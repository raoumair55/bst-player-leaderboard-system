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75BEC4-75AC-4962-A720-6D103437337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EFF4DC-65B3-482F-AE33-5791553D03FB}">
      <dgm:prSet/>
      <dgm:spPr/>
      <dgm:t>
        <a:bodyPr/>
        <a:lstStyle/>
        <a:p>
          <a:r>
            <a:rPr lang="en-US" b="1" dirty="0"/>
            <a:t>Problem Statement:</a:t>
          </a:r>
          <a:endParaRPr lang="en-US" dirty="0"/>
        </a:p>
      </dgm:t>
    </dgm:pt>
    <dgm:pt modelId="{9F22DCB9-C982-46B0-BD91-D79E9BA86F23}" type="parTrans" cxnId="{9DE48934-D240-4060-8737-2AB24237F5FD}">
      <dgm:prSet/>
      <dgm:spPr/>
      <dgm:t>
        <a:bodyPr/>
        <a:lstStyle/>
        <a:p>
          <a:endParaRPr lang="en-US"/>
        </a:p>
      </dgm:t>
    </dgm:pt>
    <dgm:pt modelId="{D32A0D24-6A17-43BF-B9D9-42D8691175FA}" type="sibTrans" cxnId="{9DE48934-D240-4060-8737-2AB24237F5FD}">
      <dgm:prSet/>
      <dgm:spPr/>
      <dgm:t>
        <a:bodyPr/>
        <a:lstStyle/>
        <a:p>
          <a:endParaRPr lang="en-US"/>
        </a:p>
      </dgm:t>
    </dgm:pt>
    <dgm:pt modelId="{BDB582A1-FE35-4B28-B1D8-AA348E8EB8C6}">
      <dgm:prSet/>
      <dgm:spPr/>
      <dgm:t>
        <a:bodyPr/>
        <a:lstStyle/>
        <a:p>
          <a:r>
            <a:rPr lang="en-US"/>
            <a:t>Need for a system to efficiently manage player scores, enabling quick addition, updates, and searches.</a:t>
          </a:r>
        </a:p>
      </dgm:t>
    </dgm:pt>
    <dgm:pt modelId="{20089F6B-7187-4F47-80E7-2335B05BCF61}" type="parTrans" cxnId="{C7ECBDAD-B691-4C06-9E1F-C1F707FA1EFE}">
      <dgm:prSet/>
      <dgm:spPr/>
      <dgm:t>
        <a:bodyPr/>
        <a:lstStyle/>
        <a:p>
          <a:endParaRPr lang="en-US"/>
        </a:p>
      </dgm:t>
    </dgm:pt>
    <dgm:pt modelId="{D08A5A45-CF08-4978-9B2C-A2A031C85664}" type="sibTrans" cxnId="{C7ECBDAD-B691-4C06-9E1F-C1F707FA1EFE}">
      <dgm:prSet/>
      <dgm:spPr/>
      <dgm:t>
        <a:bodyPr/>
        <a:lstStyle/>
        <a:p>
          <a:endParaRPr lang="en-US"/>
        </a:p>
      </dgm:t>
    </dgm:pt>
    <dgm:pt modelId="{9B8731F9-46C8-43B5-9D6E-C8A7700F8FE3}">
      <dgm:prSet/>
      <dgm:spPr/>
      <dgm:t>
        <a:bodyPr/>
        <a:lstStyle/>
        <a:p>
          <a:r>
            <a:rPr lang="en-US"/>
            <a:t>Requirement for ranking players and retrieving data based on specific criteria (e.g., name or ID).</a:t>
          </a:r>
        </a:p>
      </dgm:t>
    </dgm:pt>
    <dgm:pt modelId="{5225230F-2EB5-48F8-921C-6E880C68D22D}" type="parTrans" cxnId="{5AC73B57-7329-461F-BC84-4315DBBD3274}">
      <dgm:prSet/>
      <dgm:spPr/>
      <dgm:t>
        <a:bodyPr/>
        <a:lstStyle/>
        <a:p>
          <a:endParaRPr lang="en-US"/>
        </a:p>
      </dgm:t>
    </dgm:pt>
    <dgm:pt modelId="{4C06BED0-9A70-461B-A0DE-9560F3B593C4}" type="sibTrans" cxnId="{5AC73B57-7329-461F-BC84-4315DBBD3274}">
      <dgm:prSet/>
      <dgm:spPr/>
      <dgm:t>
        <a:bodyPr/>
        <a:lstStyle/>
        <a:p>
          <a:endParaRPr lang="en-US"/>
        </a:p>
      </dgm:t>
    </dgm:pt>
    <dgm:pt modelId="{D9C26D42-3B3D-45D4-B78B-266C588F5569}">
      <dgm:prSet/>
      <dgm:spPr/>
      <dgm:t>
        <a:bodyPr/>
        <a:lstStyle/>
        <a:p>
          <a:r>
            <a:rPr lang="en-US" b="1"/>
            <a:t>Significance:</a:t>
          </a:r>
          <a:endParaRPr lang="en-US"/>
        </a:p>
      </dgm:t>
    </dgm:pt>
    <dgm:pt modelId="{00557839-62F4-4D61-A3C6-321F3E5470F7}" type="parTrans" cxnId="{CA23C21D-3243-46CD-833B-8B6F90430C47}">
      <dgm:prSet/>
      <dgm:spPr/>
      <dgm:t>
        <a:bodyPr/>
        <a:lstStyle/>
        <a:p>
          <a:endParaRPr lang="en-US"/>
        </a:p>
      </dgm:t>
    </dgm:pt>
    <dgm:pt modelId="{38AA6360-FF33-4812-9C6A-0F02107F9682}" type="sibTrans" cxnId="{CA23C21D-3243-46CD-833B-8B6F90430C47}">
      <dgm:prSet/>
      <dgm:spPr/>
      <dgm:t>
        <a:bodyPr/>
        <a:lstStyle/>
        <a:p>
          <a:endParaRPr lang="en-US"/>
        </a:p>
      </dgm:t>
    </dgm:pt>
    <dgm:pt modelId="{232EB2F9-26EB-4308-8691-1ADBE7F4063D}">
      <dgm:prSet/>
      <dgm:spPr/>
      <dgm:t>
        <a:bodyPr/>
        <a:lstStyle/>
        <a:p>
          <a:r>
            <a:rPr lang="en-US"/>
            <a:t>Provides a structured, scalable solution for maintaining player performance.</a:t>
          </a:r>
        </a:p>
      </dgm:t>
    </dgm:pt>
    <dgm:pt modelId="{282F730C-7B82-40F0-BD5B-666568EB0844}" type="parTrans" cxnId="{D09A9BA2-103C-47FB-A9F8-6C60C09A308C}">
      <dgm:prSet/>
      <dgm:spPr/>
      <dgm:t>
        <a:bodyPr/>
        <a:lstStyle/>
        <a:p>
          <a:endParaRPr lang="en-US"/>
        </a:p>
      </dgm:t>
    </dgm:pt>
    <dgm:pt modelId="{B6FDA619-D0C3-4DEE-A8F0-89337FBC87BF}" type="sibTrans" cxnId="{D09A9BA2-103C-47FB-A9F8-6C60C09A308C}">
      <dgm:prSet/>
      <dgm:spPr/>
      <dgm:t>
        <a:bodyPr/>
        <a:lstStyle/>
        <a:p>
          <a:endParaRPr lang="en-US"/>
        </a:p>
      </dgm:t>
    </dgm:pt>
    <dgm:pt modelId="{D08AA5F1-9111-4BD1-A9B8-E0A8662297CC}">
      <dgm:prSet/>
      <dgm:spPr/>
      <dgm:t>
        <a:bodyPr/>
        <a:lstStyle/>
        <a:p>
          <a:r>
            <a:rPr lang="en-US"/>
            <a:t>Facilitates leaderboard generation and dynamic score updates in real-time.</a:t>
          </a:r>
        </a:p>
      </dgm:t>
    </dgm:pt>
    <dgm:pt modelId="{FF166702-C996-49F4-8C71-520F448B7257}" type="parTrans" cxnId="{1269DBF8-713F-41EA-BB72-733D431284EE}">
      <dgm:prSet/>
      <dgm:spPr/>
      <dgm:t>
        <a:bodyPr/>
        <a:lstStyle/>
        <a:p>
          <a:endParaRPr lang="en-US"/>
        </a:p>
      </dgm:t>
    </dgm:pt>
    <dgm:pt modelId="{79C7F72D-A414-4C9E-971C-FD4FA89F4AB3}" type="sibTrans" cxnId="{1269DBF8-713F-41EA-BB72-733D431284EE}">
      <dgm:prSet/>
      <dgm:spPr/>
      <dgm:t>
        <a:bodyPr/>
        <a:lstStyle/>
        <a:p>
          <a:endParaRPr lang="en-US"/>
        </a:p>
      </dgm:t>
    </dgm:pt>
    <dgm:pt modelId="{E026C976-63F5-44AB-B0F4-F440FA9B41D0}" type="pres">
      <dgm:prSet presAssocID="{6275BEC4-75AC-4962-A720-6D1034373372}" presName="linear" presStyleCnt="0">
        <dgm:presLayoutVars>
          <dgm:animLvl val="lvl"/>
          <dgm:resizeHandles val="exact"/>
        </dgm:presLayoutVars>
      </dgm:prSet>
      <dgm:spPr/>
    </dgm:pt>
    <dgm:pt modelId="{B194BC3C-F6A4-410E-B770-A5F0FA63629F}" type="pres">
      <dgm:prSet presAssocID="{74EFF4DC-65B3-482F-AE33-5791553D03F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B0D6689-7AC0-47C5-A858-C676DA41F391}" type="pres">
      <dgm:prSet presAssocID="{74EFF4DC-65B3-482F-AE33-5791553D03FB}" presName="childText" presStyleLbl="revTx" presStyleIdx="0" presStyleCnt="2">
        <dgm:presLayoutVars>
          <dgm:bulletEnabled val="1"/>
        </dgm:presLayoutVars>
      </dgm:prSet>
      <dgm:spPr/>
    </dgm:pt>
    <dgm:pt modelId="{19342EBF-CB16-4AE5-8BE8-872E2C9FFB16}" type="pres">
      <dgm:prSet presAssocID="{D9C26D42-3B3D-45D4-B78B-266C588F556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6A9E28C-97E5-4A77-B1E2-EB252A38FB64}" type="pres">
      <dgm:prSet presAssocID="{D9C26D42-3B3D-45D4-B78B-266C588F556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A7B3A11-8770-434F-A233-B9CFE32A81CE}" type="presOf" srcId="{9B8731F9-46C8-43B5-9D6E-C8A7700F8FE3}" destId="{7B0D6689-7AC0-47C5-A858-C676DA41F391}" srcOrd="0" destOrd="1" presId="urn:microsoft.com/office/officeart/2005/8/layout/vList2"/>
    <dgm:cxn modelId="{CA23C21D-3243-46CD-833B-8B6F90430C47}" srcId="{6275BEC4-75AC-4962-A720-6D1034373372}" destId="{D9C26D42-3B3D-45D4-B78B-266C588F5569}" srcOrd="1" destOrd="0" parTransId="{00557839-62F4-4D61-A3C6-321F3E5470F7}" sibTransId="{38AA6360-FF33-4812-9C6A-0F02107F9682}"/>
    <dgm:cxn modelId="{24B2C022-E736-40C0-AAAA-18B3EAE03E30}" type="presOf" srcId="{6275BEC4-75AC-4962-A720-6D1034373372}" destId="{E026C976-63F5-44AB-B0F4-F440FA9B41D0}" srcOrd="0" destOrd="0" presId="urn:microsoft.com/office/officeart/2005/8/layout/vList2"/>
    <dgm:cxn modelId="{9DE48934-D240-4060-8737-2AB24237F5FD}" srcId="{6275BEC4-75AC-4962-A720-6D1034373372}" destId="{74EFF4DC-65B3-482F-AE33-5791553D03FB}" srcOrd="0" destOrd="0" parTransId="{9F22DCB9-C982-46B0-BD91-D79E9BA86F23}" sibTransId="{D32A0D24-6A17-43BF-B9D9-42D8691175FA}"/>
    <dgm:cxn modelId="{3A25CD61-1405-4B9A-977F-24C9E02EB7EA}" type="presOf" srcId="{74EFF4DC-65B3-482F-AE33-5791553D03FB}" destId="{B194BC3C-F6A4-410E-B770-A5F0FA63629F}" srcOrd="0" destOrd="0" presId="urn:microsoft.com/office/officeart/2005/8/layout/vList2"/>
    <dgm:cxn modelId="{5AC73B57-7329-461F-BC84-4315DBBD3274}" srcId="{74EFF4DC-65B3-482F-AE33-5791553D03FB}" destId="{9B8731F9-46C8-43B5-9D6E-C8A7700F8FE3}" srcOrd="1" destOrd="0" parTransId="{5225230F-2EB5-48F8-921C-6E880C68D22D}" sibTransId="{4C06BED0-9A70-461B-A0DE-9560F3B593C4}"/>
    <dgm:cxn modelId="{3FE8C381-058D-4EDF-B7D6-AA3D526B518F}" type="presOf" srcId="{D9C26D42-3B3D-45D4-B78B-266C588F5569}" destId="{19342EBF-CB16-4AE5-8BE8-872E2C9FFB16}" srcOrd="0" destOrd="0" presId="urn:microsoft.com/office/officeart/2005/8/layout/vList2"/>
    <dgm:cxn modelId="{99626A90-062A-41C9-983D-DC3DA9226F99}" type="presOf" srcId="{D08AA5F1-9111-4BD1-A9B8-E0A8662297CC}" destId="{36A9E28C-97E5-4A77-B1E2-EB252A38FB64}" srcOrd="0" destOrd="1" presId="urn:microsoft.com/office/officeart/2005/8/layout/vList2"/>
    <dgm:cxn modelId="{D09A9BA2-103C-47FB-A9F8-6C60C09A308C}" srcId="{D9C26D42-3B3D-45D4-B78B-266C588F5569}" destId="{232EB2F9-26EB-4308-8691-1ADBE7F4063D}" srcOrd="0" destOrd="0" parTransId="{282F730C-7B82-40F0-BD5B-666568EB0844}" sibTransId="{B6FDA619-D0C3-4DEE-A8F0-89337FBC87BF}"/>
    <dgm:cxn modelId="{C7ECBDAD-B691-4C06-9E1F-C1F707FA1EFE}" srcId="{74EFF4DC-65B3-482F-AE33-5791553D03FB}" destId="{BDB582A1-FE35-4B28-B1D8-AA348E8EB8C6}" srcOrd="0" destOrd="0" parTransId="{20089F6B-7187-4F47-80E7-2335B05BCF61}" sibTransId="{D08A5A45-CF08-4978-9B2C-A2A031C85664}"/>
    <dgm:cxn modelId="{2A462AB4-C937-48E7-913B-E9E768AC70A4}" type="presOf" srcId="{BDB582A1-FE35-4B28-B1D8-AA348E8EB8C6}" destId="{7B0D6689-7AC0-47C5-A858-C676DA41F391}" srcOrd="0" destOrd="0" presId="urn:microsoft.com/office/officeart/2005/8/layout/vList2"/>
    <dgm:cxn modelId="{1269DBF8-713F-41EA-BB72-733D431284EE}" srcId="{D9C26D42-3B3D-45D4-B78B-266C588F5569}" destId="{D08AA5F1-9111-4BD1-A9B8-E0A8662297CC}" srcOrd="1" destOrd="0" parTransId="{FF166702-C996-49F4-8C71-520F448B7257}" sibTransId="{79C7F72D-A414-4C9E-971C-FD4FA89F4AB3}"/>
    <dgm:cxn modelId="{AA63EEFB-C014-41E7-A122-625C05B24710}" type="presOf" srcId="{232EB2F9-26EB-4308-8691-1ADBE7F4063D}" destId="{36A9E28C-97E5-4A77-B1E2-EB252A38FB64}" srcOrd="0" destOrd="0" presId="urn:microsoft.com/office/officeart/2005/8/layout/vList2"/>
    <dgm:cxn modelId="{361DCC14-2AA7-4A05-85DC-BDB9C3D89A60}" type="presParOf" srcId="{E026C976-63F5-44AB-B0F4-F440FA9B41D0}" destId="{B194BC3C-F6A4-410E-B770-A5F0FA63629F}" srcOrd="0" destOrd="0" presId="urn:microsoft.com/office/officeart/2005/8/layout/vList2"/>
    <dgm:cxn modelId="{75A17F80-E8C7-4FDE-B831-3B5A5AED42CA}" type="presParOf" srcId="{E026C976-63F5-44AB-B0F4-F440FA9B41D0}" destId="{7B0D6689-7AC0-47C5-A858-C676DA41F391}" srcOrd="1" destOrd="0" presId="urn:microsoft.com/office/officeart/2005/8/layout/vList2"/>
    <dgm:cxn modelId="{D7106374-82E3-4D7F-A4DC-EB3D059608EE}" type="presParOf" srcId="{E026C976-63F5-44AB-B0F4-F440FA9B41D0}" destId="{19342EBF-CB16-4AE5-8BE8-872E2C9FFB16}" srcOrd="2" destOrd="0" presId="urn:microsoft.com/office/officeart/2005/8/layout/vList2"/>
    <dgm:cxn modelId="{5ED7B30C-06A6-4E56-9FB8-2402DE6D926E}" type="presParOf" srcId="{E026C976-63F5-44AB-B0F4-F440FA9B41D0}" destId="{36A9E28C-97E5-4A77-B1E2-EB252A38FB6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2E11D8-1F0E-4656-88F3-8C0E6A332A5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4FDD3DF-ADAE-4424-B2C3-F86DC358CC59}">
      <dgm:prSet/>
      <dgm:spPr/>
      <dgm:t>
        <a:bodyPr/>
        <a:lstStyle/>
        <a:p>
          <a:r>
            <a:rPr lang="en-US" b="1"/>
            <a:t>Approach:</a:t>
          </a:r>
          <a:endParaRPr lang="en-US"/>
        </a:p>
      </dgm:t>
    </dgm:pt>
    <dgm:pt modelId="{39CECBD7-4326-46B8-B859-2B81708846EF}" type="parTrans" cxnId="{951591A8-D1A2-4AED-90C6-E526EBE67F1B}">
      <dgm:prSet/>
      <dgm:spPr/>
      <dgm:t>
        <a:bodyPr/>
        <a:lstStyle/>
        <a:p>
          <a:endParaRPr lang="en-US"/>
        </a:p>
      </dgm:t>
    </dgm:pt>
    <dgm:pt modelId="{4F1B4ECA-B49D-4F2A-A385-30E404F19160}" type="sibTrans" cxnId="{951591A8-D1A2-4AED-90C6-E526EBE67F1B}">
      <dgm:prSet/>
      <dgm:spPr/>
      <dgm:t>
        <a:bodyPr/>
        <a:lstStyle/>
        <a:p>
          <a:endParaRPr lang="en-US"/>
        </a:p>
      </dgm:t>
    </dgm:pt>
    <dgm:pt modelId="{6950C0CD-248D-4C8B-A4A5-2BF5FF8F90A5}">
      <dgm:prSet/>
      <dgm:spPr/>
      <dgm:t>
        <a:bodyPr/>
        <a:lstStyle/>
        <a:p>
          <a:r>
            <a:rPr lang="en-US"/>
            <a:t>Utilize a Binary Search Tree (BST) to store and manage player data.</a:t>
          </a:r>
        </a:p>
      </dgm:t>
    </dgm:pt>
    <dgm:pt modelId="{446C0A39-F9FB-4ED8-B2D3-02BAC967D106}" type="parTrans" cxnId="{18FBFCD3-D854-4B3E-83AE-EA060C693B37}">
      <dgm:prSet/>
      <dgm:spPr/>
      <dgm:t>
        <a:bodyPr/>
        <a:lstStyle/>
        <a:p>
          <a:endParaRPr lang="en-US"/>
        </a:p>
      </dgm:t>
    </dgm:pt>
    <dgm:pt modelId="{5A065276-7E8B-4673-B401-6DDF6F580AF4}" type="sibTrans" cxnId="{18FBFCD3-D854-4B3E-83AE-EA060C693B37}">
      <dgm:prSet/>
      <dgm:spPr/>
      <dgm:t>
        <a:bodyPr/>
        <a:lstStyle/>
        <a:p>
          <a:endParaRPr lang="en-US"/>
        </a:p>
      </dgm:t>
    </dgm:pt>
    <dgm:pt modelId="{77103477-E465-44F2-9F95-1142C02EC270}">
      <dgm:prSet/>
      <dgm:spPr/>
      <dgm:t>
        <a:bodyPr/>
        <a:lstStyle/>
        <a:p>
          <a:r>
            <a:rPr lang="en-US"/>
            <a:t>Each node represents a player with the following attributes:</a:t>
          </a:r>
        </a:p>
      </dgm:t>
    </dgm:pt>
    <dgm:pt modelId="{B9F8E02B-9FF6-4ECE-860D-4144071E6446}" type="parTrans" cxnId="{CCD0795A-6983-420B-993E-59F8519B7A3A}">
      <dgm:prSet/>
      <dgm:spPr/>
      <dgm:t>
        <a:bodyPr/>
        <a:lstStyle/>
        <a:p>
          <a:endParaRPr lang="en-US"/>
        </a:p>
      </dgm:t>
    </dgm:pt>
    <dgm:pt modelId="{A3A0A4FE-609F-4526-B7E6-9EAC3DB71D5C}" type="sibTrans" cxnId="{CCD0795A-6983-420B-993E-59F8519B7A3A}">
      <dgm:prSet/>
      <dgm:spPr/>
      <dgm:t>
        <a:bodyPr/>
        <a:lstStyle/>
        <a:p>
          <a:endParaRPr lang="en-US"/>
        </a:p>
      </dgm:t>
    </dgm:pt>
    <dgm:pt modelId="{506A788C-D89C-4FC7-B71A-CAD8C346E7B7}">
      <dgm:prSet/>
      <dgm:spPr/>
      <dgm:t>
        <a:bodyPr/>
        <a:lstStyle/>
        <a:p>
          <a:r>
            <a:rPr lang="en-US"/>
            <a:t>Player ID</a:t>
          </a:r>
        </a:p>
      </dgm:t>
    </dgm:pt>
    <dgm:pt modelId="{12EE0A74-DDC6-4D4A-9B9C-CE3631CAD94C}" type="parTrans" cxnId="{DD73C49D-F787-4790-AB6E-E484CAE4CE43}">
      <dgm:prSet/>
      <dgm:spPr/>
      <dgm:t>
        <a:bodyPr/>
        <a:lstStyle/>
        <a:p>
          <a:endParaRPr lang="en-US"/>
        </a:p>
      </dgm:t>
    </dgm:pt>
    <dgm:pt modelId="{EFB3A70A-5492-404B-BF03-651AC4CA3FA4}" type="sibTrans" cxnId="{DD73C49D-F787-4790-AB6E-E484CAE4CE43}">
      <dgm:prSet/>
      <dgm:spPr/>
      <dgm:t>
        <a:bodyPr/>
        <a:lstStyle/>
        <a:p>
          <a:endParaRPr lang="en-US"/>
        </a:p>
      </dgm:t>
    </dgm:pt>
    <dgm:pt modelId="{836A792F-4527-41B9-BABF-21153CD27DFE}">
      <dgm:prSet/>
      <dgm:spPr/>
      <dgm:t>
        <a:bodyPr/>
        <a:lstStyle/>
        <a:p>
          <a:r>
            <a:rPr lang="en-US"/>
            <a:t>Player Name</a:t>
          </a:r>
        </a:p>
      </dgm:t>
    </dgm:pt>
    <dgm:pt modelId="{0532B597-11ED-42A8-8DCF-9A15999F892D}" type="parTrans" cxnId="{1CE1032D-62FD-4ACA-9DAA-1760901A8E71}">
      <dgm:prSet/>
      <dgm:spPr/>
      <dgm:t>
        <a:bodyPr/>
        <a:lstStyle/>
        <a:p>
          <a:endParaRPr lang="en-US"/>
        </a:p>
      </dgm:t>
    </dgm:pt>
    <dgm:pt modelId="{97723C9B-0659-4145-BCE0-95A751631E09}" type="sibTrans" cxnId="{1CE1032D-62FD-4ACA-9DAA-1760901A8E71}">
      <dgm:prSet/>
      <dgm:spPr/>
      <dgm:t>
        <a:bodyPr/>
        <a:lstStyle/>
        <a:p>
          <a:endParaRPr lang="en-US"/>
        </a:p>
      </dgm:t>
    </dgm:pt>
    <dgm:pt modelId="{CA9A90C7-5B86-45DA-987F-2FAAE93CC4D9}">
      <dgm:prSet/>
      <dgm:spPr/>
      <dgm:t>
        <a:bodyPr/>
        <a:lstStyle/>
        <a:p>
          <a:r>
            <a:rPr lang="en-US"/>
            <a:t>Player Score</a:t>
          </a:r>
        </a:p>
      </dgm:t>
    </dgm:pt>
    <dgm:pt modelId="{1052E5BC-8D5F-4B08-BABB-F31AA801E7AD}" type="parTrans" cxnId="{66D61D9C-E5D0-4FBC-A2B7-13F6A468D5E3}">
      <dgm:prSet/>
      <dgm:spPr/>
      <dgm:t>
        <a:bodyPr/>
        <a:lstStyle/>
        <a:p>
          <a:endParaRPr lang="en-US"/>
        </a:p>
      </dgm:t>
    </dgm:pt>
    <dgm:pt modelId="{22458A3A-6064-42BB-921F-B3082F0EF294}" type="sibTrans" cxnId="{66D61D9C-E5D0-4FBC-A2B7-13F6A468D5E3}">
      <dgm:prSet/>
      <dgm:spPr/>
      <dgm:t>
        <a:bodyPr/>
        <a:lstStyle/>
        <a:p>
          <a:endParaRPr lang="en-US"/>
        </a:p>
      </dgm:t>
    </dgm:pt>
    <dgm:pt modelId="{B333C224-6B39-4305-83E3-FE108B5B06B4}">
      <dgm:prSet/>
      <dgm:spPr/>
      <dgm:t>
        <a:bodyPr/>
        <a:lstStyle/>
        <a:p>
          <a:r>
            <a:rPr lang="en-US" b="1"/>
            <a:t>Why BST?</a:t>
          </a:r>
          <a:endParaRPr lang="en-US"/>
        </a:p>
      </dgm:t>
    </dgm:pt>
    <dgm:pt modelId="{EA99F88D-9953-40EE-AC35-50E24095DC26}" type="parTrans" cxnId="{07318905-80F9-48B4-A8DF-68E4F713619E}">
      <dgm:prSet/>
      <dgm:spPr/>
      <dgm:t>
        <a:bodyPr/>
        <a:lstStyle/>
        <a:p>
          <a:endParaRPr lang="en-US"/>
        </a:p>
      </dgm:t>
    </dgm:pt>
    <dgm:pt modelId="{AC3D2C92-0DDD-44CC-93D0-DD8D6E14F430}" type="sibTrans" cxnId="{07318905-80F9-48B4-A8DF-68E4F713619E}">
      <dgm:prSet/>
      <dgm:spPr/>
      <dgm:t>
        <a:bodyPr/>
        <a:lstStyle/>
        <a:p>
          <a:endParaRPr lang="en-US"/>
        </a:p>
      </dgm:t>
    </dgm:pt>
    <dgm:pt modelId="{C8DD80A3-8473-4EFE-8A72-02F3137DE466}">
      <dgm:prSet/>
      <dgm:spPr/>
      <dgm:t>
        <a:bodyPr/>
        <a:lstStyle/>
        <a:p>
          <a:r>
            <a:rPr lang="en-US"/>
            <a:t>Efficient insertion, deletion, and search operations with average O(log n) complexity.</a:t>
          </a:r>
        </a:p>
      </dgm:t>
    </dgm:pt>
    <dgm:pt modelId="{FE75FDED-9689-440B-8A9E-9A544E3874DA}" type="parTrans" cxnId="{F89018FE-A987-4FCB-B784-49058766C8AE}">
      <dgm:prSet/>
      <dgm:spPr/>
      <dgm:t>
        <a:bodyPr/>
        <a:lstStyle/>
        <a:p>
          <a:endParaRPr lang="en-US"/>
        </a:p>
      </dgm:t>
    </dgm:pt>
    <dgm:pt modelId="{3201D13E-D4AE-450D-A8CB-0247A5B0FC7A}" type="sibTrans" cxnId="{F89018FE-A987-4FCB-B784-49058766C8AE}">
      <dgm:prSet/>
      <dgm:spPr/>
      <dgm:t>
        <a:bodyPr/>
        <a:lstStyle/>
        <a:p>
          <a:endParaRPr lang="en-US"/>
        </a:p>
      </dgm:t>
    </dgm:pt>
    <dgm:pt modelId="{D0EF6BE9-8100-4E47-B89D-F688F063F760}">
      <dgm:prSet/>
      <dgm:spPr/>
      <dgm:t>
        <a:bodyPr/>
        <a:lstStyle/>
        <a:p>
          <a:r>
            <a:rPr lang="en-US"/>
            <a:t>Natural support for sorting data in ascending or descending order.</a:t>
          </a:r>
        </a:p>
      </dgm:t>
    </dgm:pt>
    <dgm:pt modelId="{31FD75CF-54F6-4A68-9CB1-EE377D821CFF}" type="parTrans" cxnId="{388D0BF4-56B9-4806-B64B-64D0C50E7E68}">
      <dgm:prSet/>
      <dgm:spPr/>
      <dgm:t>
        <a:bodyPr/>
        <a:lstStyle/>
        <a:p>
          <a:endParaRPr lang="en-US"/>
        </a:p>
      </dgm:t>
    </dgm:pt>
    <dgm:pt modelId="{95DCC867-4E04-4A8E-8C8A-F67604064572}" type="sibTrans" cxnId="{388D0BF4-56B9-4806-B64B-64D0C50E7E68}">
      <dgm:prSet/>
      <dgm:spPr/>
      <dgm:t>
        <a:bodyPr/>
        <a:lstStyle/>
        <a:p>
          <a:endParaRPr lang="en-US"/>
        </a:p>
      </dgm:t>
    </dgm:pt>
    <dgm:pt modelId="{B7D2A7EC-E5AE-4321-AEB7-0CE102D60714}" type="pres">
      <dgm:prSet presAssocID="{6D2E11D8-1F0E-4656-88F3-8C0E6A332A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C07439-E69C-41FA-B245-1116A9CB6880}" type="pres">
      <dgm:prSet presAssocID="{94FDD3DF-ADAE-4424-B2C3-F86DC358CC59}" presName="hierRoot1" presStyleCnt="0"/>
      <dgm:spPr/>
    </dgm:pt>
    <dgm:pt modelId="{58E72101-A4D2-4713-A495-2B337B08C537}" type="pres">
      <dgm:prSet presAssocID="{94FDD3DF-ADAE-4424-B2C3-F86DC358CC59}" presName="composite" presStyleCnt="0"/>
      <dgm:spPr/>
    </dgm:pt>
    <dgm:pt modelId="{BE33D3FF-7166-49ED-9EE7-7E003C6AC39D}" type="pres">
      <dgm:prSet presAssocID="{94FDD3DF-ADAE-4424-B2C3-F86DC358CC59}" presName="background" presStyleLbl="node0" presStyleIdx="0" presStyleCnt="2"/>
      <dgm:spPr/>
    </dgm:pt>
    <dgm:pt modelId="{D301E121-E620-48D6-8A32-9F74DC4DF1C6}" type="pres">
      <dgm:prSet presAssocID="{94FDD3DF-ADAE-4424-B2C3-F86DC358CC59}" presName="text" presStyleLbl="fgAcc0" presStyleIdx="0" presStyleCnt="2">
        <dgm:presLayoutVars>
          <dgm:chPref val="3"/>
        </dgm:presLayoutVars>
      </dgm:prSet>
      <dgm:spPr/>
    </dgm:pt>
    <dgm:pt modelId="{B0736737-4BA5-433B-B2FC-CCC8B4688847}" type="pres">
      <dgm:prSet presAssocID="{94FDD3DF-ADAE-4424-B2C3-F86DC358CC59}" presName="hierChild2" presStyleCnt="0"/>
      <dgm:spPr/>
    </dgm:pt>
    <dgm:pt modelId="{8DA9DAB8-DA13-4961-8102-2C30B7DE9A15}" type="pres">
      <dgm:prSet presAssocID="{446C0A39-F9FB-4ED8-B2D3-02BAC967D106}" presName="Name10" presStyleLbl="parChTrans1D2" presStyleIdx="0" presStyleCnt="4"/>
      <dgm:spPr/>
    </dgm:pt>
    <dgm:pt modelId="{95765976-749B-4046-A60D-FE74E3A6F28C}" type="pres">
      <dgm:prSet presAssocID="{6950C0CD-248D-4C8B-A4A5-2BF5FF8F90A5}" presName="hierRoot2" presStyleCnt="0"/>
      <dgm:spPr/>
    </dgm:pt>
    <dgm:pt modelId="{A2723095-0FDF-4E0D-BA8B-C08D96F253CF}" type="pres">
      <dgm:prSet presAssocID="{6950C0CD-248D-4C8B-A4A5-2BF5FF8F90A5}" presName="composite2" presStyleCnt="0"/>
      <dgm:spPr/>
    </dgm:pt>
    <dgm:pt modelId="{A8EB5B36-3F1D-49C9-A674-F21C868347AF}" type="pres">
      <dgm:prSet presAssocID="{6950C0CD-248D-4C8B-A4A5-2BF5FF8F90A5}" presName="background2" presStyleLbl="node2" presStyleIdx="0" presStyleCnt="4"/>
      <dgm:spPr/>
    </dgm:pt>
    <dgm:pt modelId="{02C300B1-5DE8-488C-864C-4C3C3417A6DF}" type="pres">
      <dgm:prSet presAssocID="{6950C0CD-248D-4C8B-A4A5-2BF5FF8F90A5}" presName="text2" presStyleLbl="fgAcc2" presStyleIdx="0" presStyleCnt="4">
        <dgm:presLayoutVars>
          <dgm:chPref val="3"/>
        </dgm:presLayoutVars>
      </dgm:prSet>
      <dgm:spPr/>
    </dgm:pt>
    <dgm:pt modelId="{1917BF28-F081-4A01-996E-0BBA3B98038F}" type="pres">
      <dgm:prSet presAssocID="{6950C0CD-248D-4C8B-A4A5-2BF5FF8F90A5}" presName="hierChild3" presStyleCnt="0"/>
      <dgm:spPr/>
    </dgm:pt>
    <dgm:pt modelId="{6815CEBB-084C-4D75-95E6-93BC195EAC06}" type="pres">
      <dgm:prSet presAssocID="{B9F8E02B-9FF6-4ECE-860D-4144071E6446}" presName="Name10" presStyleLbl="parChTrans1D2" presStyleIdx="1" presStyleCnt="4"/>
      <dgm:spPr/>
    </dgm:pt>
    <dgm:pt modelId="{37BC72D9-CB34-45E4-9309-772D00A9F9C0}" type="pres">
      <dgm:prSet presAssocID="{77103477-E465-44F2-9F95-1142C02EC270}" presName="hierRoot2" presStyleCnt="0"/>
      <dgm:spPr/>
    </dgm:pt>
    <dgm:pt modelId="{35535AA9-6E0A-45D3-9CED-BB38BF8F36BB}" type="pres">
      <dgm:prSet presAssocID="{77103477-E465-44F2-9F95-1142C02EC270}" presName="composite2" presStyleCnt="0"/>
      <dgm:spPr/>
    </dgm:pt>
    <dgm:pt modelId="{395B1D91-E03F-4F99-836C-CE656EBE96DA}" type="pres">
      <dgm:prSet presAssocID="{77103477-E465-44F2-9F95-1142C02EC270}" presName="background2" presStyleLbl="node2" presStyleIdx="1" presStyleCnt="4"/>
      <dgm:spPr/>
    </dgm:pt>
    <dgm:pt modelId="{8425F0DE-BEFF-4B10-AB70-18B7A35847A6}" type="pres">
      <dgm:prSet presAssocID="{77103477-E465-44F2-9F95-1142C02EC270}" presName="text2" presStyleLbl="fgAcc2" presStyleIdx="1" presStyleCnt="4">
        <dgm:presLayoutVars>
          <dgm:chPref val="3"/>
        </dgm:presLayoutVars>
      </dgm:prSet>
      <dgm:spPr/>
    </dgm:pt>
    <dgm:pt modelId="{BF1D97F9-8AA9-4A69-A467-12AE55EA8DA7}" type="pres">
      <dgm:prSet presAssocID="{77103477-E465-44F2-9F95-1142C02EC270}" presName="hierChild3" presStyleCnt="0"/>
      <dgm:spPr/>
    </dgm:pt>
    <dgm:pt modelId="{D01123FC-FA9F-4845-A88D-6C879855F8C9}" type="pres">
      <dgm:prSet presAssocID="{12EE0A74-DDC6-4D4A-9B9C-CE3631CAD94C}" presName="Name17" presStyleLbl="parChTrans1D3" presStyleIdx="0" presStyleCnt="3"/>
      <dgm:spPr/>
    </dgm:pt>
    <dgm:pt modelId="{70342432-EAD7-4ED0-83F7-E0D9ECCB01F5}" type="pres">
      <dgm:prSet presAssocID="{506A788C-D89C-4FC7-B71A-CAD8C346E7B7}" presName="hierRoot3" presStyleCnt="0"/>
      <dgm:spPr/>
    </dgm:pt>
    <dgm:pt modelId="{78119A7F-D58E-4ADB-9743-9B216F875744}" type="pres">
      <dgm:prSet presAssocID="{506A788C-D89C-4FC7-B71A-CAD8C346E7B7}" presName="composite3" presStyleCnt="0"/>
      <dgm:spPr/>
    </dgm:pt>
    <dgm:pt modelId="{CAC1DAAB-2F81-4481-9EB4-99D7ED9821F5}" type="pres">
      <dgm:prSet presAssocID="{506A788C-D89C-4FC7-B71A-CAD8C346E7B7}" presName="background3" presStyleLbl="node3" presStyleIdx="0" presStyleCnt="3"/>
      <dgm:spPr/>
    </dgm:pt>
    <dgm:pt modelId="{FB125D52-8035-4B38-A1F1-D3A09F36BB6E}" type="pres">
      <dgm:prSet presAssocID="{506A788C-D89C-4FC7-B71A-CAD8C346E7B7}" presName="text3" presStyleLbl="fgAcc3" presStyleIdx="0" presStyleCnt="3">
        <dgm:presLayoutVars>
          <dgm:chPref val="3"/>
        </dgm:presLayoutVars>
      </dgm:prSet>
      <dgm:spPr/>
    </dgm:pt>
    <dgm:pt modelId="{E67BA8F6-D686-4C4F-B430-E815284BABD2}" type="pres">
      <dgm:prSet presAssocID="{506A788C-D89C-4FC7-B71A-CAD8C346E7B7}" presName="hierChild4" presStyleCnt="0"/>
      <dgm:spPr/>
    </dgm:pt>
    <dgm:pt modelId="{B4B2818F-A899-4F90-BC5E-178A24A7591A}" type="pres">
      <dgm:prSet presAssocID="{0532B597-11ED-42A8-8DCF-9A15999F892D}" presName="Name17" presStyleLbl="parChTrans1D3" presStyleIdx="1" presStyleCnt="3"/>
      <dgm:spPr/>
    </dgm:pt>
    <dgm:pt modelId="{53421896-3DB2-4F3B-8457-618013B6534D}" type="pres">
      <dgm:prSet presAssocID="{836A792F-4527-41B9-BABF-21153CD27DFE}" presName="hierRoot3" presStyleCnt="0"/>
      <dgm:spPr/>
    </dgm:pt>
    <dgm:pt modelId="{D2BBDBA2-F372-4852-84D7-721C756B369F}" type="pres">
      <dgm:prSet presAssocID="{836A792F-4527-41B9-BABF-21153CD27DFE}" presName="composite3" presStyleCnt="0"/>
      <dgm:spPr/>
    </dgm:pt>
    <dgm:pt modelId="{40FBBE69-1E72-46F8-8564-29839033A3CA}" type="pres">
      <dgm:prSet presAssocID="{836A792F-4527-41B9-BABF-21153CD27DFE}" presName="background3" presStyleLbl="node3" presStyleIdx="1" presStyleCnt="3"/>
      <dgm:spPr/>
    </dgm:pt>
    <dgm:pt modelId="{8D9DA164-6864-4981-AB72-8A053CFDEA64}" type="pres">
      <dgm:prSet presAssocID="{836A792F-4527-41B9-BABF-21153CD27DFE}" presName="text3" presStyleLbl="fgAcc3" presStyleIdx="1" presStyleCnt="3">
        <dgm:presLayoutVars>
          <dgm:chPref val="3"/>
        </dgm:presLayoutVars>
      </dgm:prSet>
      <dgm:spPr/>
    </dgm:pt>
    <dgm:pt modelId="{9C426DA8-E30C-4DAA-A1CD-E89F39BC1E9A}" type="pres">
      <dgm:prSet presAssocID="{836A792F-4527-41B9-BABF-21153CD27DFE}" presName="hierChild4" presStyleCnt="0"/>
      <dgm:spPr/>
    </dgm:pt>
    <dgm:pt modelId="{0D46D1CC-7C23-41D5-9F6F-AC41C941653D}" type="pres">
      <dgm:prSet presAssocID="{1052E5BC-8D5F-4B08-BABB-F31AA801E7AD}" presName="Name17" presStyleLbl="parChTrans1D3" presStyleIdx="2" presStyleCnt="3"/>
      <dgm:spPr/>
    </dgm:pt>
    <dgm:pt modelId="{391D7D10-3F6C-46FA-B545-5E14FEB57220}" type="pres">
      <dgm:prSet presAssocID="{CA9A90C7-5B86-45DA-987F-2FAAE93CC4D9}" presName="hierRoot3" presStyleCnt="0"/>
      <dgm:spPr/>
    </dgm:pt>
    <dgm:pt modelId="{A3426256-ABE7-4A82-B7D1-75E4ACDB414D}" type="pres">
      <dgm:prSet presAssocID="{CA9A90C7-5B86-45DA-987F-2FAAE93CC4D9}" presName="composite3" presStyleCnt="0"/>
      <dgm:spPr/>
    </dgm:pt>
    <dgm:pt modelId="{1C219A4D-758F-4B62-A247-053A901932A4}" type="pres">
      <dgm:prSet presAssocID="{CA9A90C7-5B86-45DA-987F-2FAAE93CC4D9}" presName="background3" presStyleLbl="node3" presStyleIdx="2" presStyleCnt="3"/>
      <dgm:spPr/>
    </dgm:pt>
    <dgm:pt modelId="{7F44CA96-966E-4E2E-918C-C87528FE5724}" type="pres">
      <dgm:prSet presAssocID="{CA9A90C7-5B86-45DA-987F-2FAAE93CC4D9}" presName="text3" presStyleLbl="fgAcc3" presStyleIdx="2" presStyleCnt="3">
        <dgm:presLayoutVars>
          <dgm:chPref val="3"/>
        </dgm:presLayoutVars>
      </dgm:prSet>
      <dgm:spPr/>
    </dgm:pt>
    <dgm:pt modelId="{1413EF73-070C-4AD7-88B6-F7596FADAD6B}" type="pres">
      <dgm:prSet presAssocID="{CA9A90C7-5B86-45DA-987F-2FAAE93CC4D9}" presName="hierChild4" presStyleCnt="0"/>
      <dgm:spPr/>
    </dgm:pt>
    <dgm:pt modelId="{80301904-E9EB-4B82-9192-980C706AC65D}" type="pres">
      <dgm:prSet presAssocID="{B333C224-6B39-4305-83E3-FE108B5B06B4}" presName="hierRoot1" presStyleCnt="0"/>
      <dgm:spPr/>
    </dgm:pt>
    <dgm:pt modelId="{0A1FD5E1-FA72-43D5-BC98-DB6E97026688}" type="pres">
      <dgm:prSet presAssocID="{B333C224-6B39-4305-83E3-FE108B5B06B4}" presName="composite" presStyleCnt="0"/>
      <dgm:spPr/>
    </dgm:pt>
    <dgm:pt modelId="{477E3948-252A-4552-8C4C-CC96BA2969D5}" type="pres">
      <dgm:prSet presAssocID="{B333C224-6B39-4305-83E3-FE108B5B06B4}" presName="background" presStyleLbl="node0" presStyleIdx="1" presStyleCnt="2"/>
      <dgm:spPr/>
    </dgm:pt>
    <dgm:pt modelId="{96372B48-903C-438E-9E87-0576445F843C}" type="pres">
      <dgm:prSet presAssocID="{B333C224-6B39-4305-83E3-FE108B5B06B4}" presName="text" presStyleLbl="fgAcc0" presStyleIdx="1" presStyleCnt="2">
        <dgm:presLayoutVars>
          <dgm:chPref val="3"/>
        </dgm:presLayoutVars>
      </dgm:prSet>
      <dgm:spPr/>
    </dgm:pt>
    <dgm:pt modelId="{D2CFF4E6-F9AB-4265-A664-D44D6A32EFD4}" type="pres">
      <dgm:prSet presAssocID="{B333C224-6B39-4305-83E3-FE108B5B06B4}" presName="hierChild2" presStyleCnt="0"/>
      <dgm:spPr/>
    </dgm:pt>
    <dgm:pt modelId="{69576E30-EAE8-4D17-927A-7C015B979B79}" type="pres">
      <dgm:prSet presAssocID="{FE75FDED-9689-440B-8A9E-9A544E3874DA}" presName="Name10" presStyleLbl="parChTrans1D2" presStyleIdx="2" presStyleCnt="4"/>
      <dgm:spPr/>
    </dgm:pt>
    <dgm:pt modelId="{BDC3061C-DB59-4D55-ADDD-26ECFA0925CD}" type="pres">
      <dgm:prSet presAssocID="{C8DD80A3-8473-4EFE-8A72-02F3137DE466}" presName="hierRoot2" presStyleCnt="0"/>
      <dgm:spPr/>
    </dgm:pt>
    <dgm:pt modelId="{6D9C5981-F47D-4543-8C1B-4785BAA0732E}" type="pres">
      <dgm:prSet presAssocID="{C8DD80A3-8473-4EFE-8A72-02F3137DE466}" presName="composite2" presStyleCnt="0"/>
      <dgm:spPr/>
    </dgm:pt>
    <dgm:pt modelId="{9B9CE7CE-A563-48DA-B538-7FBF0932483D}" type="pres">
      <dgm:prSet presAssocID="{C8DD80A3-8473-4EFE-8A72-02F3137DE466}" presName="background2" presStyleLbl="node2" presStyleIdx="2" presStyleCnt="4"/>
      <dgm:spPr/>
    </dgm:pt>
    <dgm:pt modelId="{D6059CC5-BDD0-4B3C-B115-898B9A16D475}" type="pres">
      <dgm:prSet presAssocID="{C8DD80A3-8473-4EFE-8A72-02F3137DE466}" presName="text2" presStyleLbl="fgAcc2" presStyleIdx="2" presStyleCnt="4">
        <dgm:presLayoutVars>
          <dgm:chPref val="3"/>
        </dgm:presLayoutVars>
      </dgm:prSet>
      <dgm:spPr/>
    </dgm:pt>
    <dgm:pt modelId="{4792ACEA-AE01-4ECC-B03D-4901161C8843}" type="pres">
      <dgm:prSet presAssocID="{C8DD80A3-8473-4EFE-8A72-02F3137DE466}" presName="hierChild3" presStyleCnt="0"/>
      <dgm:spPr/>
    </dgm:pt>
    <dgm:pt modelId="{AF8D14D8-2998-4A66-B6D0-5EE1FA8FD09B}" type="pres">
      <dgm:prSet presAssocID="{31FD75CF-54F6-4A68-9CB1-EE377D821CFF}" presName="Name10" presStyleLbl="parChTrans1D2" presStyleIdx="3" presStyleCnt="4"/>
      <dgm:spPr/>
    </dgm:pt>
    <dgm:pt modelId="{F1E6C83C-83C7-4192-9DD7-DB453AB0E271}" type="pres">
      <dgm:prSet presAssocID="{D0EF6BE9-8100-4E47-B89D-F688F063F760}" presName="hierRoot2" presStyleCnt="0"/>
      <dgm:spPr/>
    </dgm:pt>
    <dgm:pt modelId="{E575C8BF-60A3-4619-BEF6-246A203CE462}" type="pres">
      <dgm:prSet presAssocID="{D0EF6BE9-8100-4E47-B89D-F688F063F760}" presName="composite2" presStyleCnt="0"/>
      <dgm:spPr/>
    </dgm:pt>
    <dgm:pt modelId="{B5406BEF-BFF6-4785-92D5-594A3EBDD336}" type="pres">
      <dgm:prSet presAssocID="{D0EF6BE9-8100-4E47-B89D-F688F063F760}" presName="background2" presStyleLbl="node2" presStyleIdx="3" presStyleCnt="4"/>
      <dgm:spPr/>
    </dgm:pt>
    <dgm:pt modelId="{79E8ECEF-B0DE-4847-98AE-D4F97FBAF27A}" type="pres">
      <dgm:prSet presAssocID="{D0EF6BE9-8100-4E47-B89D-F688F063F760}" presName="text2" presStyleLbl="fgAcc2" presStyleIdx="3" presStyleCnt="4">
        <dgm:presLayoutVars>
          <dgm:chPref val="3"/>
        </dgm:presLayoutVars>
      </dgm:prSet>
      <dgm:spPr/>
    </dgm:pt>
    <dgm:pt modelId="{AA5A8248-038E-4648-AAC9-B9FB0373C260}" type="pres">
      <dgm:prSet presAssocID="{D0EF6BE9-8100-4E47-B89D-F688F063F760}" presName="hierChild3" presStyleCnt="0"/>
      <dgm:spPr/>
    </dgm:pt>
  </dgm:ptLst>
  <dgm:cxnLst>
    <dgm:cxn modelId="{07318905-80F9-48B4-A8DF-68E4F713619E}" srcId="{6D2E11D8-1F0E-4656-88F3-8C0E6A332A5B}" destId="{B333C224-6B39-4305-83E3-FE108B5B06B4}" srcOrd="1" destOrd="0" parTransId="{EA99F88D-9953-40EE-AC35-50E24095DC26}" sibTransId="{AC3D2C92-0DDD-44CC-93D0-DD8D6E14F430}"/>
    <dgm:cxn modelId="{51E0200C-6851-4B00-8D20-2E0432BE5808}" type="presOf" srcId="{CA9A90C7-5B86-45DA-987F-2FAAE93CC4D9}" destId="{7F44CA96-966E-4E2E-918C-C87528FE5724}" srcOrd="0" destOrd="0" presId="urn:microsoft.com/office/officeart/2005/8/layout/hierarchy1"/>
    <dgm:cxn modelId="{1ADC6E12-DD48-40B0-841E-BFEFE3EED08C}" type="presOf" srcId="{77103477-E465-44F2-9F95-1142C02EC270}" destId="{8425F0DE-BEFF-4B10-AB70-18B7A35847A6}" srcOrd="0" destOrd="0" presId="urn:microsoft.com/office/officeart/2005/8/layout/hierarchy1"/>
    <dgm:cxn modelId="{CF74D518-A673-40F0-AACC-0D920374F57E}" type="presOf" srcId="{31FD75CF-54F6-4A68-9CB1-EE377D821CFF}" destId="{AF8D14D8-2998-4A66-B6D0-5EE1FA8FD09B}" srcOrd="0" destOrd="0" presId="urn:microsoft.com/office/officeart/2005/8/layout/hierarchy1"/>
    <dgm:cxn modelId="{78B18C19-377A-4748-BE4D-E4471CEC0399}" type="presOf" srcId="{C8DD80A3-8473-4EFE-8A72-02F3137DE466}" destId="{D6059CC5-BDD0-4B3C-B115-898B9A16D475}" srcOrd="0" destOrd="0" presId="urn:microsoft.com/office/officeart/2005/8/layout/hierarchy1"/>
    <dgm:cxn modelId="{261BBD28-2FA2-4C82-9C70-1EABB4E86447}" type="presOf" srcId="{6950C0CD-248D-4C8B-A4A5-2BF5FF8F90A5}" destId="{02C300B1-5DE8-488C-864C-4C3C3417A6DF}" srcOrd="0" destOrd="0" presId="urn:microsoft.com/office/officeart/2005/8/layout/hierarchy1"/>
    <dgm:cxn modelId="{1CE1032D-62FD-4ACA-9DAA-1760901A8E71}" srcId="{77103477-E465-44F2-9F95-1142C02EC270}" destId="{836A792F-4527-41B9-BABF-21153CD27DFE}" srcOrd="1" destOrd="0" parTransId="{0532B597-11ED-42A8-8DCF-9A15999F892D}" sibTransId="{97723C9B-0659-4145-BCE0-95A751631E09}"/>
    <dgm:cxn modelId="{8F74A83D-2827-415E-B30B-45D8EDDB48C0}" type="presOf" srcId="{446C0A39-F9FB-4ED8-B2D3-02BAC967D106}" destId="{8DA9DAB8-DA13-4961-8102-2C30B7DE9A15}" srcOrd="0" destOrd="0" presId="urn:microsoft.com/office/officeart/2005/8/layout/hierarchy1"/>
    <dgm:cxn modelId="{19D71A61-6930-44E8-A98D-EDDAD0F0CBF6}" type="presOf" srcId="{B333C224-6B39-4305-83E3-FE108B5B06B4}" destId="{96372B48-903C-438E-9E87-0576445F843C}" srcOrd="0" destOrd="0" presId="urn:microsoft.com/office/officeart/2005/8/layout/hierarchy1"/>
    <dgm:cxn modelId="{2FEAC748-7B93-4C86-B58B-BF8A4FFC7E19}" type="presOf" srcId="{12EE0A74-DDC6-4D4A-9B9C-CE3631CAD94C}" destId="{D01123FC-FA9F-4845-A88D-6C879855F8C9}" srcOrd="0" destOrd="0" presId="urn:microsoft.com/office/officeart/2005/8/layout/hierarchy1"/>
    <dgm:cxn modelId="{72152B49-9E97-4AFF-B367-00981EFF87A5}" type="presOf" srcId="{D0EF6BE9-8100-4E47-B89D-F688F063F760}" destId="{79E8ECEF-B0DE-4847-98AE-D4F97FBAF27A}" srcOrd="0" destOrd="0" presId="urn:microsoft.com/office/officeart/2005/8/layout/hierarchy1"/>
    <dgm:cxn modelId="{123C8856-DE2F-4468-8804-98AE4EA9923C}" type="presOf" srcId="{506A788C-D89C-4FC7-B71A-CAD8C346E7B7}" destId="{FB125D52-8035-4B38-A1F1-D3A09F36BB6E}" srcOrd="0" destOrd="0" presId="urn:microsoft.com/office/officeart/2005/8/layout/hierarchy1"/>
    <dgm:cxn modelId="{CD7DA878-FBFA-423E-ABA8-4DAFE9D15386}" type="presOf" srcId="{FE75FDED-9689-440B-8A9E-9A544E3874DA}" destId="{69576E30-EAE8-4D17-927A-7C015B979B79}" srcOrd="0" destOrd="0" presId="urn:microsoft.com/office/officeart/2005/8/layout/hierarchy1"/>
    <dgm:cxn modelId="{CCD0795A-6983-420B-993E-59F8519B7A3A}" srcId="{94FDD3DF-ADAE-4424-B2C3-F86DC358CC59}" destId="{77103477-E465-44F2-9F95-1142C02EC270}" srcOrd="1" destOrd="0" parTransId="{B9F8E02B-9FF6-4ECE-860D-4144071E6446}" sibTransId="{A3A0A4FE-609F-4526-B7E6-9EAC3DB71D5C}"/>
    <dgm:cxn modelId="{33C62C92-5BDF-49E9-B7D4-A1558F4C4C23}" type="presOf" srcId="{0532B597-11ED-42A8-8DCF-9A15999F892D}" destId="{B4B2818F-A899-4F90-BC5E-178A24A7591A}" srcOrd="0" destOrd="0" presId="urn:microsoft.com/office/officeart/2005/8/layout/hierarchy1"/>
    <dgm:cxn modelId="{3607B993-6E59-4FEC-9E38-D75077516D2A}" type="presOf" srcId="{1052E5BC-8D5F-4B08-BABB-F31AA801E7AD}" destId="{0D46D1CC-7C23-41D5-9F6F-AC41C941653D}" srcOrd="0" destOrd="0" presId="urn:microsoft.com/office/officeart/2005/8/layout/hierarchy1"/>
    <dgm:cxn modelId="{66D61D9C-E5D0-4FBC-A2B7-13F6A468D5E3}" srcId="{77103477-E465-44F2-9F95-1142C02EC270}" destId="{CA9A90C7-5B86-45DA-987F-2FAAE93CC4D9}" srcOrd="2" destOrd="0" parTransId="{1052E5BC-8D5F-4B08-BABB-F31AA801E7AD}" sibTransId="{22458A3A-6064-42BB-921F-B3082F0EF294}"/>
    <dgm:cxn modelId="{DD73C49D-F787-4790-AB6E-E484CAE4CE43}" srcId="{77103477-E465-44F2-9F95-1142C02EC270}" destId="{506A788C-D89C-4FC7-B71A-CAD8C346E7B7}" srcOrd="0" destOrd="0" parTransId="{12EE0A74-DDC6-4D4A-9B9C-CE3631CAD94C}" sibTransId="{EFB3A70A-5492-404B-BF03-651AC4CA3FA4}"/>
    <dgm:cxn modelId="{951591A8-D1A2-4AED-90C6-E526EBE67F1B}" srcId="{6D2E11D8-1F0E-4656-88F3-8C0E6A332A5B}" destId="{94FDD3DF-ADAE-4424-B2C3-F86DC358CC59}" srcOrd="0" destOrd="0" parTransId="{39CECBD7-4326-46B8-B859-2B81708846EF}" sibTransId="{4F1B4ECA-B49D-4F2A-A385-30E404F19160}"/>
    <dgm:cxn modelId="{F1A822BA-6E77-4A32-8D74-37B5DF23D1C1}" type="presOf" srcId="{6D2E11D8-1F0E-4656-88F3-8C0E6A332A5B}" destId="{B7D2A7EC-E5AE-4321-AEB7-0CE102D60714}" srcOrd="0" destOrd="0" presId="urn:microsoft.com/office/officeart/2005/8/layout/hierarchy1"/>
    <dgm:cxn modelId="{EAE7F7CA-C0F8-4641-B9D1-DE8BFC2985DB}" type="presOf" srcId="{94FDD3DF-ADAE-4424-B2C3-F86DC358CC59}" destId="{D301E121-E620-48D6-8A32-9F74DC4DF1C6}" srcOrd="0" destOrd="0" presId="urn:microsoft.com/office/officeart/2005/8/layout/hierarchy1"/>
    <dgm:cxn modelId="{18FBFCD3-D854-4B3E-83AE-EA060C693B37}" srcId="{94FDD3DF-ADAE-4424-B2C3-F86DC358CC59}" destId="{6950C0CD-248D-4C8B-A4A5-2BF5FF8F90A5}" srcOrd="0" destOrd="0" parTransId="{446C0A39-F9FB-4ED8-B2D3-02BAC967D106}" sibTransId="{5A065276-7E8B-4673-B401-6DDF6F580AF4}"/>
    <dgm:cxn modelId="{6B540FD6-3E08-44EF-9704-3295BAA1FE64}" type="presOf" srcId="{B9F8E02B-9FF6-4ECE-860D-4144071E6446}" destId="{6815CEBB-084C-4D75-95E6-93BC195EAC06}" srcOrd="0" destOrd="0" presId="urn:microsoft.com/office/officeart/2005/8/layout/hierarchy1"/>
    <dgm:cxn modelId="{388D0BF4-56B9-4806-B64B-64D0C50E7E68}" srcId="{B333C224-6B39-4305-83E3-FE108B5B06B4}" destId="{D0EF6BE9-8100-4E47-B89D-F688F063F760}" srcOrd="1" destOrd="0" parTransId="{31FD75CF-54F6-4A68-9CB1-EE377D821CFF}" sibTransId="{95DCC867-4E04-4A8E-8C8A-F67604064572}"/>
    <dgm:cxn modelId="{F89018FE-A987-4FCB-B784-49058766C8AE}" srcId="{B333C224-6B39-4305-83E3-FE108B5B06B4}" destId="{C8DD80A3-8473-4EFE-8A72-02F3137DE466}" srcOrd="0" destOrd="0" parTransId="{FE75FDED-9689-440B-8A9E-9A544E3874DA}" sibTransId="{3201D13E-D4AE-450D-A8CB-0247A5B0FC7A}"/>
    <dgm:cxn modelId="{10B940FF-C9D1-4C69-B4A4-83E8CE33E8CB}" type="presOf" srcId="{836A792F-4527-41B9-BABF-21153CD27DFE}" destId="{8D9DA164-6864-4981-AB72-8A053CFDEA64}" srcOrd="0" destOrd="0" presId="urn:microsoft.com/office/officeart/2005/8/layout/hierarchy1"/>
    <dgm:cxn modelId="{C2FD035B-F908-449E-A0A5-93E412E411CE}" type="presParOf" srcId="{B7D2A7EC-E5AE-4321-AEB7-0CE102D60714}" destId="{8FC07439-E69C-41FA-B245-1116A9CB6880}" srcOrd="0" destOrd="0" presId="urn:microsoft.com/office/officeart/2005/8/layout/hierarchy1"/>
    <dgm:cxn modelId="{FE6FB276-B323-4E9F-A20C-897E3FEECDF2}" type="presParOf" srcId="{8FC07439-E69C-41FA-B245-1116A9CB6880}" destId="{58E72101-A4D2-4713-A495-2B337B08C537}" srcOrd="0" destOrd="0" presId="urn:microsoft.com/office/officeart/2005/8/layout/hierarchy1"/>
    <dgm:cxn modelId="{6511912F-7AC4-4B39-AAD2-52DDCCACBEA6}" type="presParOf" srcId="{58E72101-A4D2-4713-A495-2B337B08C537}" destId="{BE33D3FF-7166-49ED-9EE7-7E003C6AC39D}" srcOrd="0" destOrd="0" presId="urn:microsoft.com/office/officeart/2005/8/layout/hierarchy1"/>
    <dgm:cxn modelId="{EA158329-1465-46A1-95E1-E78838105FDA}" type="presParOf" srcId="{58E72101-A4D2-4713-A495-2B337B08C537}" destId="{D301E121-E620-48D6-8A32-9F74DC4DF1C6}" srcOrd="1" destOrd="0" presId="urn:microsoft.com/office/officeart/2005/8/layout/hierarchy1"/>
    <dgm:cxn modelId="{A9D90CC4-333B-492F-B382-CCFD207971AA}" type="presParOf" srcId="{8FC07439-E69C-41FA-B245-1116A9CB6880}" destId="{B0736737-4BA5-433B-B2FC-CCC8B4688847}" srcOrd="1" destOrd="0" presId="urn:microsoft.com/office/officeart/2005/8/layout/hierarchy1"/>
    <dgm:cxn modelId="{E9009ED9-4A7E-4446-B5AF-B46BF30138FC}" type="presParOf" srcId="{B0736737-4BA5-433B-B2FC-CCC8B4688847}" destId="{8DA9DAB8-DA13-4961-8102-2C30B7DE9A15}" srcOrd="0" destOrd="0" presId="urn:microsoft.com/office/officeart/2005/8/layout/hierarchy1"/>
    <dgm:cxn modelId="{29EA0405-3981-45C8-A796-CACBF66A300F}" type="presParOf" srcId="{B0736737-4BA5-433B-B2FC-CCC8B4688847}" destId="{95765976-749B-4046-A60D-FE74E3A6F28C}" srcOrd="1" destOrd="0" presId="urn:microsoft.com/office/officeart/2005/8/layout/hierarchy1"/>
    <dgm:cxn modelId="{67FD2B41-9CD8-4957-843B-8AD2B64B48FD}" type="presParOf" srcId="{95765976-749B-4046-A60D-FE74E3A6F28C}" destId="{A2723095-0FDF-4E0D-BA8B-C08D96F253CF}" srcOrd="0" destOrd="0" presId="urn:microsoft.com/office/officeart/2005/8/layout/hierarchy1"/>
    <dgm:cxn modelId="{35877459-FD16-4F9F-A2E1-B8D8A4AEC2ED}" type="presParOf" srcId="{A2723095-0FDF-4E0D-BA8B-C08D96F253CF}" destId="{A8EB5B36-3F1D-49C9-A674-F21C868347AF}" srcOrd="0" destOrd="0" presId="urn:microsoft.com/office/officeart/2005/8/layout/hierarchy1"/>
    <dgm:cxn modelId="{922F7298-486E-40A0-A171-7CA76498B338}" type="presParOf" srcId="{A2723095-0FDF-4E0D-BA8B-C08D96F253CF}" destId="{02C300B1-5DE8-488C-864C-4C3C3417A6DF}" srcOrd="1" destOrd="0" presId="urn:microsoft.com/office/officeart/2005/8/layout/hierarchy1"/>
    <dgm:cxn modelId="{1A9D2938-FB88-42B6-A983-404675522993}" type="presParOf" srcId="{95765976-749B-4046-A60D-FE74E3A6F28C}" destId="{1917BF28-F081-4A01-996E-0BBA3B98038F}" srcOrd="1" destOrd="0" presId="urn:microsoft.com/office/officeart/2005/8/layout/hierarchy1"/>
    <dgm:cxn modelId="{7AE03B4D-3043-4AD5-8909-C84FDDCB9FA1}" type="presParOf" srcId="{B0736737-4BA5-433B-B2FC-CCC8B4688847}" destId="{6815CEBB-084C-4D75-95E6-93BC195EAC06}" srcOrd="2" destOrd="0" presId="urn:microsoft.com/office/officeart/2005/8/layout/hierarchy1"/>
    <dgm:cxn modelId="{4B950B77-B2E1-4EDC-B7BB-F047431DE4D2}" type="presParOf" srcId="{B0736737-4BA5-433B-B2FC-CCC8B4688847}" destId="{37BC72D9-CB34-45E4-9309-772D00A9F9C0}" srcOrd="3" destOrd="0" presId="urn:microsoft.com/office/officeart/2005/8/layout/hierarchy1"/>
    <dgm:cxn modelId="{041D4357-F67B-4CB5-807F-5C1DE92A7270}" type="presParOf" srcId="{37BC72D9-CB34-45E4-9309-772D00A9F9C0}" destId="{35535AA9-6E0A-45D3-9CED-BB38BF8F36BB}" srcOrd="0" destOrd="0" presId="urn:microsoft.com/office/officeart/2005/8/layout/hierarchy1"/>
    <dgm:cxn modelId="{A9B24911-BCC6-4260-A0EC-23362568469F}" type="presParOf" srcId="{35535AA9-6E0A-45D3-9CED-BB38BF8F36BB}" destId="{395B1D91-E03F-4F99-836C-CE656EBE96DA}" srcOrd="0" destOrd="0" presId="urn:microsoft.com/office/officeart/2005/8/layout/hierarchy1"/>
    <dgm:cxn modelId="{A3E1B494-FC1F-4D19-8A5A-122CC7363AE6}" type="presParOf" srcId="{35535AA9-6E0A-45D3-9CED-BB38BF8F36BB}" destId="{8425F0DE-BEFF-4B10-AB70-18B7A35847A6}" srcOrd="1" destOrd="0" presId="urn:microsoft.com/office/officeart/2005/8/layout/hierarchy1"/>
    <dgm:cxn modelId="{C7D7792D-3358-4317-BE7E-5B3038450998}" type="presParOf" srcId="{37BC72D9-CB34-45E4-9309-772D00A9F9C0}" destId="{BF1D97F9-8AA9-4A69-A467-12AE55EA8DA7}" srcOrd="1" destOrd="0" presId="urn:microsoft.com/office/officeart/2005/8/layout/hierarchy1"/>
    <dgm:cxn modelId="{E8110795-7D38-47F3-A010-91B171C2C6DA}" type="presParOf" srcId="{BF1D97F9-8AA9-4A69-A467-12AE55EA8DA7}" destId="{D01123FC-FA9F-4845-A88D-6C879855F8C9}" srcOrd="0" destOrd="0" presId="urn:microsoft.com/office/officeart/2005/8/layout/hierarchy1"/>
    <dgm:cxn modelId="{562045B1-61B5-4529-8F14-87F65E1B29DD}" type="presParOf" srcId="{BF1D97F9-8AA9-4A69-A467-12AE55EA8DA7}" destId="{70342432-EAD7-4ED0-83F7-E0D9ECCB01F5}" srcOrd="1" destOrd="0" presId="urn:microsoft.com/office/officeart/2005/8/layout/hierarchy1"/>
    <dgm:cxn modelId="{F102DD31-87D0-4E5A-9FBE-D17120605E9C}" type="presParOf" srcId="{70342432-EAD7-4ED0-83F7-E0D9ECCB01F5}" destId="{78119A7F-D58E-4ADB-9743-9B216F875744}" srcOrd="0" destOrd="0" presId="urn:microsoft.com/office/officeart/2005/8/layout/hierarchy1"/>
    <dgm:cxn modelId="{AC863F52-0530-4562-AF87-FF07DFDEF4B0}" type="presParOf" srcId="{78119A7F-D58E-4ADB-9743-9B216F875744}" destId="{CAC1DAAB-2F81-4481-9EB4-99D7ED9821F5}" srcOrd="0" destOrd="0" presId="urn:microsoft.com/office/officeart/2005/8/layout/hierarchy1"/>
    <dgm:cxn modelId="{954CD545-D6AC-40E3-821F-D778EDBA52D8}" type="presParOf" srcId="{78119A7F-D58E-4ADB-9743-9B216F875744}" destId="{FB125D52-8035-4B38-A1F1-D3A09F36BB6E}" srcOrd="1" destOrd="0" presId="urn:microsoft.com/office/officeart/2005/8/layout/hierarchy1"/>
    <dgm:cxn modelId="{46B8186D-42AD-4C28-B6AF-CFE771C96C53}" type="presParOf" srcId="{70342432-EAD7-4ED0-83F7-E0D9ECCB01F5}" destId="{E67BA8F6-D686-4C4F-B430-E815284BABD2}" srcOrd="1" destOrd="0" presId="urn:microsoft.com/office/officeart/2005/8/layout/hierarchy1"/>
    <dgm:cxn modelId="{40D85140-935C-470A-9834-7619F0B5D900}" type="presParOf" srcId="{BF1D97F9-8AA9-4A69-A467-12AE55EA8DA7}" destId="{B4B2818F-A899-4F90-BC5E-178A24A7591A}" srcOrd="2" destOrd="0" presId="urn:microsoft.com/office/officeart/2005/8/layout/hierarchy1"/>
    <dgm:cxn modelId="{49848DD0-B9E0-4F82-8BFC-9631A6E5CF01}" type="presParOf" srcId="{BF1D97F9-8AA9-4A69-A467-12AE55EA8DA7}" destId="{53421896-3DB2-4F3B-8457-618013B6534D}" srcOrd="3" destOrd="0" presId="urn:microsoft.com/office/officeart/2005/8/layout/hierarchy1"/>
    <dgm:cxn modelId="{AD02D0AF-67A9-4661-8F9A-627F86F8A728}" type="presParOf" srcId="{53421896-3DB2-4F3B-8457-618013B6534D}" destId="{D2BBDBA2-F372-4852-84D7-721C756B369F}" srcOrd="0" destOrd="0" presId="urn:microsoft.com/office/officeart/2005/8/layout/hierarchy1"/>
    <dgm:cxn modelId="{175AC022-4DD6-4242-90A5-C0C83A4B4BEA}" type="presParOf" srcId="{D2BBDBA2-F372-4852-84D7-721C756B369F}" destId="{40FBBE69-1E72-46F8-8564-29839033A3CA}" srcOrd="0" destOrd="0" presId="urn:microsoft.com/office/officeart/2005/8/layout/hierarchy1"/>
    <dgm:cxn modelId="{E38EDD67-23A6-4B12-8608-35CF8948C47D}" type="presParOf" srcId="{D2BBDBA2-F372-4852-84D7-721C756B369F}" destId="{8D9DA164-6864-4981-AB72-8A053CFDEA64}" srcOrd="1" destOrd="0" presId="urn:microsoft.com/office/officeart/2005/8/layout/hierarchy1"/>
    <dgm:cxn modelId="{061D41D3-DEDE-4933-AB70-8EDFBD79DB1F}" type="presParOf" srcId="{53421896-3DB2-4F3B-8457-618013B6534D}" destId="{9C426DA8-E30C-4DAA-A1CD-E89F39BC1E9A}" srcOrd="1" destOrd="0" presId="urn:microsoft.com/office/officeart/2005/8/layout/hierarchy1"/>
    <dgm:cxn modelId="{8F6241F8-5886-4605-B05F-88EF1D0483B9}" type="presParOf" srcId="{BF1D97F9-8AA9-4A69-A467-12AE55EA8DA7}" destId="{0D46D1CC-7C23-41D5-9F6F-AC41C941653D}" srcOrd="4" destOrd="0" presId="urn:microsoft.com/office/officeart/2005/8/layout/hierarchy1"/>
    <dgm:cxn modelId="{EB4A95D3-2891-41CF-B742-F10227CF1A8E}" type="presParOf" srcId="{BF1D97F9-8AA9-4A69-A467-12AE55EA8DA7}" destId="{391D7D10-3F6C-46FA-B545-5E14FEB57220}" srcOrd="5" destOrd="0" presId="urn:microsoft.com/office/officeart/2005/8/layout/hierarchy1"/>
    <dgm:cxn modelId="{D7E2D286-ADB3-4C39-81D6-F6EA03B7501E}" type="presParOf" srcId="{391D7D10-3F6C-46FA-B545-5E14FEB57220}" destId="{A3426256-ABE7-4A82-B7D1-75E4ACDB414D}" srcOrd="0" destOrd="0" presId="urn:microsoft.com/office/officeart/2005/8/layout/hierarchy1"/>
    <dgm:cxn modelId="{7D98DD8F-3804-4D2B-8954-D72965DA42A1}" type="presParOf" srcId="{A3426256-ABE7-4A82-B7D1-75E4ACDB414D}" destId="{1C219A4D-758F-4B62-A247-053A901932A4}" srcOrd="0" destOrd="0" presId="urn:microsoft.com/office/officeart/2005/8/layout/hierarchy1"/>
    <dgm:cxn modelId="{FBF0D804-920F-4C23-A549-18526E307E35}" type="presParOf" srcId="{A3426256-ABE7-4A82-B7D1-75E4ACDB414D}" destId="{7F44CA96-966E-4E2E-918C-C87528FE5724}" srcOrd="1" destOrd="0" presId="urn:microsoft.com/office/officeart/2005/8/layout/hierarchy1"/>
    <dgm:cxn modelId="{F3839C14-B818-4EAF-8BFA-32AB00C96254}" type="presParOf" srcId="{391D7D10-3F6C-46FA-B545-5E14FEB57220}" destId="{1413EF73-070C-4AD7-88B6-F7596FADAD6B}" srcOrd="1" destOrd="0" presId="urn:microsoft.com/office/officeart/2005/8/layout/hierarchy1"/>
    <dgm:cxn modelId="{29E81BBE-3E55-4782-9B62-D7C12808A48F}" type="presParOf" srcId="{B7D2A7EC-E5AE-4321-AEB7-0CE102D60714}" destId="{80301904-E9EB-4B82-9192-980C706AC65D}" srcOrd="1" destOrd="0" presId="urn:microsoft.com/office/officeart/2005/8/layout/hierarchy1"/>
    <dgm:cxn modelId="{E2D79C46-FB78-4456-AD3B-7E5F9A26FEDA}" type="presParOf" srcId="{80301904-E9EB-4B82-9192-980C706AC65D}" destId="{0A1FD5E1-FA72-43D5-BC98-DB6E97026688}" srcOrd="0" destOrd="0" presId="urn:microsoft.com/office/officeart/2005/8/layout/hierarchy1"/>
    <dgm:cxn modelId="{53714118-5071-400F-A115-0CF479293AB5}" type="presParOf" srcId="{0A1FD5E1-FA72-43D5-BC98-DB6E97026688}" destId="{477E3948-252A-4552-8C4C-CC96BA2969D5}" srcOrd="0" destOrd="0" presId="urn:microsoft.com/office/officeart/2005/8/layout/hierarchy1"/>
    <dgm:cxn modelId="{93855868-ACF8-41E5-93E4-76789870B814}" type="presParOf" srcId="{0A1FD5E1-FA72-43D5-BC98-DB6E97026688}" destId="{96372B48-903C-438E-9E87-0576445F843C}" srcOrd="1" destOrd="0" presId="urn:microsoft.com/office/officeart/2005/8/layout/hierarchy1"/>
    <dgm:cxn modelId="{C6C0F10F-4E86-434F-99B5-674F4FDBFB15}" type="presParOf" srcId="{80301904-E9EB-4B82-9192-980C706AC65D}" destId="{D2CFF4E6-F9AB-4265-A664-D44D6A32EFD4}" srcOrd="1" destOrd="0" presId="urn:microsoft.com/office/officeart/2005/8/layout/hierarchy1"/>
    <dgm:cxn modelId="{B8819E65-9C50-4744-8117-C0FD791E4122}" type="presParOf" srcId="{D2CFF4E6-F9AB-4265-A664-D44D6A32EFD4}" destId="{69576E30-EAE8-4D17-927A-7C015B979B79}" srcOrd="0" destOrd="0" presId="urn:microsoft.com/office/officeart/2005/8/layout/hierarchy1"/>
    <dgm:cxn modelId="{CE9ED953-7B64-4560-A082-078CCBABB795}" type="presParOf" srcId="{D2CFF4E6-F9AB-4265-A664-D44D6A32EFD4}" destId="{BDC3061C-DB59-4D55-ADDD-26ECFA0925CD}" srcOrd="1" destOrd="0" presId="urn:microsoft.com/office/officeart/2005/8/layout/hierarchy1"/>
    <dgm:cxn modelId="{F0F78887-54D8-4730-8E6E-0EB22576E288}" type="presParOf" srcId="{BDC3061C-DB59-4D55-ADDD-26ECFA0925CD}" destId="{6D9C5981-F47D-4543-8C1B-4785BAA0732E}" srcOrd="0" destOrd="0" presId="urn:microsoft.com/office/officeart/2005/8/layout/hierarchy1"/>
    <dgm:cxn modelId="{00FBEF07-A92D-4110-A500-0AB1F81A1CA1}" type="presParOf" srcId="{6D9C5981-F47D-4543-8C1B-4785BAA0732E}" destId="{9B9CE7CE-A563-48DA-B538-7FBF0932483D}" srcOrd="0" destOrd="0" presId="urn:microsoft.com/office/officeart/2005/8/layout/hierarchy1"/>
    <dgm:cxn modelId="{EEDBA4A1-5763-4FA4-870D-01E4B6B757DB}" type="presParOf" srcId="{6D9C5981-F47D-4543-8C1B-4785BAA0732E}" destId="{D6059CC5-BDD0-4B3C-B115-898B9A16D475}" srcOrd="1" destOrd="0" presId="urn:microsoft.com/office/officeart/2005/8/layout/hierarchy1"/>
    <dgm:cxn modelId="{AC2CE9E9-6320-4351-A8EB-66307F8507D4}" type="presParOf" srcId="{BDC3061C-DB59-4D55-ADDD-26ECFA0925CD}" destId="{4792ACEA-AE01-4ECC-B03D-4901161C8843}" srcOrd="1" destOrd="0" presId="urn:microsoft.com/office/officeart/2005/8/layout/hierarchy1"/>
    <dgm:cxn modelId="{BD94F2ED-B49B-4AA3-B6D6-61CF593B7F38}" type="presParOf" srcId="{D2CFF4E6-F9AB-4265-A664-D44D6A32EFD4}" destId="{AF8D14D8-2998-4A66-B6D0-5EE1FA8FD09B}" srcOrd="2" destOrd="0" presId="urn:microsoft.com/office/officeart/2005/8/layout/hierarchy1"/>
    <dgm:cxn modelId="{D0EAED00-143F-4656-AA8F-82CC812AA7A0}" type="presParOf" srcId="{D2CFF4E6-F9AB-4265-A664-D44D6A32EFD4}" destId="{F1E6C83C-83C7-4192-9DD7-DB453AB0E271}" srcOrd="3" destOrd="0" presId="urn:microsoft.com/office/officeart/2005/8/layout/hierarchy1"/>
    <dgm:cxn modelId="{80DAEA1C-CB09-47A4-A94D-00C875DE46FC}" type="presParOf" srcId="{F1E6C83C-83C7-4192-9DD7-DB453AB0E271}" destId="{E575C8BF-60A3-4619-BEF6-246A203CE462}" srcOrd="0" destOrd="0" presId="urn:microsoft.com/office/officeart/2005/8/layout/hierarchy1"/>
    <dgm:cxn modelId="{F05D4BB5-9A60-4EAE-BD39-63C656947A68}" type="presParOf" srcId="{E575C8BF-60A3-4619-BEF6-246A203CE462}" destId="{B5406BEF-BFF6-4785-92D5-594A3EBDD336}" srcOrd="0" destOrd="0" presId="urn:microsoft.com/office/officeart/2005/8/layout/hierarchy1"/>
    <dgm:cxn modelId="{14E05323-6471-4C0C-AE6D-EFD37178C6A8}" type="presParOf" srcId="{E575C8BF-60A3-4619-BEF6-246A203CE462}" destId="{79E8ECEF-B0DE-4847-98AE-D4F97FBAF27A}" srcOrd="1" destOrd="0" presId="urn:microsoft.com/office/officeart/2005/8/layout/hierarchy1"/>
    <dgm:cxn modelId="{364E17BB-8929-4ADF-8C40-1B186214466B}" type="presParOf" srcId="{F1E6C83C-83C7-4192-9DD7-DB453AB0E271}" destId="{AA5A8248-038E-4648-AAC9-B9FB0373C26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445D80-730E-4DAC-91E8-4FAF35297E9C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85EC02A-807C-4B72-96EF-1C90DFFFA3F6}">
      <dgm:prSet/>
      <dgm:spPr/>
      <dgm:t>
        <a:bodyPr/>
        <a:lstStyle/>
        <a:p>
          <a:r>
            <a:rPr lang="en-US" b="1"/>
            <a:t>Maintain Player Scores:</a:t>
          </a:r>
          <a:endParaRPr lang="en-US"/>
        </a:p>
      </dgm:t>
    </dgm:pt>
    <dgm:pt modelId="{18727194-4F9F-4653-B677-799642BAC7A9}" type="parTrans" cxnId="{F860F226-088F-444C-87A0-BEE8B473C9D6}">
      <dgm:prSet/>
      <dgm:spPr/>
      <dgm:t>
        <a:bodyPr/>
        <a:lstStyle/>
        <a:p>
          <a:endParaRPr lang="en-US"/>
        </a:p>
      </dgm:t>
    </dgm:pt>
    <dgm:pt modelId="{B5146258-031A-476C-B1D7-5A56CBCBBF18}" type="sibTrans" cxnId="{F860F226-088F-444C-87A0-BEE8B473C9D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2F88D1F-A397-4700-BCDA-161D43A23773}">
      <dgm:prSet/>
      <dgm:spPr/>
      <dgm:t>
        <a:bodyPr/>
        <a:lstStyle/>
        <a:p>
          <a:r>
            <a:rPr lang="en-US"/>
            <a:t>Store player data in a hierarchical structure using a BST.</a:t>
          </a:r>
        </a:p>
      </dgm:t>
    </dgm:pt>
    <dgm:pt modelId="{877737DA-3221-49B5-A41D-A5F847E1B905}" type="parTrans" cxnId="{F1655B00-2B33-4943-B3FD-2E6EBC10A85C}">
      <dgm:prSet/>
      <dgm:spPr/>
      <dgm:t>
        <a:bodyPr/>
        <a:lstStyle/>
        <a:p>
          <a:endParaRPr lang="en-US"/>
        </a:p>
      </dgm:t>
    </dgm:pt>
    <dgm:pt modelId="{9B25156F-1DAA-4915-8FC3-FDD51067BD06}" type="sibTrans" cxnId="{F1655B00-2B33-4943-B3FD-2E6EBC10A85C}">
      <dgm:prSet/>
      <dgm:spPr/>
      <dgm:t>
        <a:bodyPr/>
        <a:lstStyle/>
        <a:p>
          <a:endParaRPr lang="en-US"/>
        </a:p>
      </dgm:t>
    </dgm:pt>
    <dgm:pt modelId="{FE1D27EF-4C0F-41DE-BE9F-9659B74E9503}">
      <dgm:prSet custT="1"/>
      <dgm:spPr/>
      <dgm:t>
        <a:bodyPr/>
        <a:lstStyle/>
        <a:p>
          <a:r>
            <a:rPr lang="en-US" sz="1400" b="1" dirty="0"/>
            <a:t>Add/Remove/Update Scores:</a:t>
          </a:r>
          <a:endParaRPr lang="en-US" sz="1400" dirty="0"/>
        </a:p>
      </dgm:t>
    </dgm:pt>
    <dgm:pt modelId="{5D097CBA-CD2A-4A74-BB9C-8290AF1D2601}" type="parTrans" cxnId="{BB3D997F-82C2-420A-BD68-1BB813972B20}">
      <dgm:prSet/>
      <dgm:spPr/>
      <dgm:t>
        <a:bodyPr/>
        <a:lstStyle/>
        <a:p>
          <a:endParaRPr lang="en-US"/>
        </a:p>
      </dgm:t>
    </dgm:pt>
    <dgm:pt modelId="{B58AA2D1-D9FE-42B8-AA19-B87E0FA26073}" type="sibTrans" cxnId="{BB3D997F-82C2-420A-BD68-1BB813972B2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2291497-F864-44D1-AEAF-46F54847447C}">
      <dgm:prSet custT="1"/>
      <dgm:spPr/>
      <dgm:t>
        <a:bodyPr/>
        <a:lstStyle/>
        <a:p>
          <a:r>
            <a:rPr lang="en-US" sz="1400" dirty="0"/>
            <a:t>Insert new players.</a:t>
          </a:r>
        </a:p>
      </dgm:t>
    </dgm:pt>
    <dgm:pt modelId="{E10D58BC-9158-41F8-8C12-B0678CB263DB}" type="parTrans" cxnId="{29A911CE-0203-42DB-91F9-409E2F7505B8}">
      <dgm:prSet/>
      <dgm:spPr/>
      <dgm:t>
        <a:bodyPr/>
        <a:lstStyle/>
        <a:p>
          <a:endParaRPr lang="en-US"/>
        </a:p>
      </dgm:t>
    </dgm:pt>
    <dgm:pt modelId="{ADF06AFF-4A2D-44FF-922E-D5748BB630BD}" type="sibTrans" cxnId="{29A911CE-0203-42DB-91F9-409E2F7505B8}">
      <dgm:prSet/>
      <dgm:spPr/>
      <dgm:t>
        <a:bodyPr/>
        <a:lstStyle/>
        <a:p>
          <a:endParaRPr lang="en-US"/>
        </a:p>
      </dgm:t>
    </dgm:pt>
    <dgm:pt modelId="{BDE0D44E-F4CF-48CD-9C3B-8106F6A75E4E}">
      <dgm:prSet custT="1"/>
      <dgm:spPr/>
      <dgm:t>
        <a:bodyPr/>
        <a:lstStyle/>
        <a:p>
          <a:r>
            <a:rPr lang="en-US" sz="1400" dirty="0"/>
            <a:t>Delete player entries.</a:t>
          </a:r>
        </a:p>
      </dgm:t>
    </dgm:pt>
    <dgm:pt modelId="{DB7ACB74-167C-4EF8-A81C-AD2A713E5969}" type="parTrans" cxnId="{A7B6FDCB-3F7E-4CB4-97F5-3BF849DCCF72}">
      <dgm:prSet/>
      <dgm:spPr/>
      <dgm:t>
        <a:bodyPr/>
        <a:lstStyle/>
        <a:p>
          <a:endParaRPr lang="en-US"/>
        </a:p>
      </dgm:t>
    </dgm:pt>
    <dgm:pt modelId="{5B3BA8C2-B0F8-4522-868E-0CC7925F101A}" type="sibTrans" cxnId="{A7B6FDCB-3F7E-4CB4-97F5-3BF849DCCF72}">
      <dgm:prSet/>
      <dgm:spPr/>
      <dgm:t>
        <a:bodyPr/>
        <a:lstStyle/>
        <a:p>
          <a:endParaRPr lang="en-US"/>
        </a:p>
      </dgm:t>
    </dgm:pt>
    <dgm:pt modelId="{DF2F73DA-E28D-441B-BEA3-090721545E62}">
      <dgm:prSet custT="1"/>
      <dgm:spPr/>
      <dgm:t>
        <a:bodyPr/>
        <a:lstStyle/>
        <a:p>
          <a:r>
            <a:rPr lang="en-US" sz="1400" dirty="0"/>
            <a:t>Update player scores dynamically.</a:t>
          </a:r>
        </a:p>
      </dgm:t>
    </dgm:pt>
    <dgm:pt modelId="{CC9BC043-F6DA-42D5-923A-F7C35D3AE15C}" type="parTrans" cxnId="{2B7CCC22-9EC5-42CB-9D20-AEA5B57B3501}">
      <dgm:prSet/>
      <dgm:spPr/>
      <dgm:t>
        <a:bodyPr/>
        <a:lstStyle/>
        <a:p>
          <a:endParaRPr lang="en-US"/>
        </a:p>
      </dgm:t>
    </dgm:pt>
    <dgm:pt modelId="{FAAEC112-BB11-4BB8-9994-88FC70E5DBB4}" type="sibTrans" cxnId="{2B7CCC22-9EC5-42CB-9D20-AEA5B57B3501}">
      <dgm:prSet/>
      <dgm:spPr/>
      <dgm:t>
        <a:bodyPr/>
        <a:lstStyle/>
        <a:p>
          <a:endParaRPr lang="en-US"/>
        </a:p>
      </dgm:t>
    </dgm:pt>
    <dgm:pt modelId="{051FD162-17B4-4BB5-A7E9-40BA908D5F77}">
      <dgm:prSet custT="1"/>
      <dgm:spPr/>
      <dgm:t>
        <a:bodyPr/>
        <a:lstStyle/>
        <a:p>
          <a:r>
            <a:rPr lang="en-US" sz="1400" b="1" dirty="0"/>
            <a:t>Display Leaderboard:</a:t>
          </a:r>
          <a:endParaRPr lang="en-US" sz="1400" dirty="0"/>
        </a:p>
      </dgm:t>
    </dgm:pt>
    <dgm:pt modelId="{D710257E-4F6C-460E-8BE3-A194F6FB3B34}" type="parTrans" cxnId="{3ADED33F-5C2F-46D6-99CA-1D5EDB6A4C5D}">
      <dgm:prSet/>
      <dgm:spPr/>
      <dgm:t>
        <a:bodyPr/>
        <a:lstStyle/>
        <a:p>
          <a:endParaRPr lang="en-US"/>
        </a:p>
      </dgm:t>
    </dgm:pt>
    <dgm:pt modelId="{5E4C1855-921F-410F-8F05-EAB792DDF3A3}" type="sibTrans" cxnId="{3ADED33F-5C2F-46D6-99CA-1D5EDB6A4C5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A12D94C-8CA8-4A58-A9C3-631E98F33631}">
      <dgm:prSet custT="1"/>
      <dgm:spPr/>
      <dgm:t>
        <a:bodyPr/>
        <a:lstStyle/>
        <a:p>
          <a:r>
            <a:rPr lang="en-US" sz="1400" dirty="0"/>
            <a:t>Retrieve top players in descending order of scores</a:t>
          </a:r>
          <a:r>
            <a:rPr lang="en-US" sz="1100" dirty="0"/>
            <a:t>.</a:t>
          </a:r>
        </a:p>
      </dgm:t>
    </dgm:pt>
    <dgm:pt modelId="{6E0D6EA3-EE86-4D78-BD3F-0D7EEC738275}" type="parTrans" cxnId="{39582F70-7288-461C-9E4D-B357F58D8B14}">
      <dgm:prSet/>
      <dgm:spPr/>
      <dgm:t>
        <a:bodyPr/>
        <a:lstStyle/>
        <a:p>
          <a:endParaRPr lang="en-US"/>
        </a:p>
      </dgm:t>
    </dgm:pt>
    <dgm:pt modelId="{332BEAA3-F298-4D6F-AD9A-2CD6E57BC668}" type="sibTrans" cxnId="{39582F70-7288-461C-9E4D-B357F58D8B14}">
      <dgm:prSet/>
      <dgm:spPr/>
      <dgm:t>
        <a:bodyPr/>
        <a:lstStyle/>
        <a:p>
          <a:endParaRPr lang="en-US"/>
        </a:p>
      </dgm:t>
    </dgm:pt>
    <dgm:pt modelId="{89613F92-73A8-44D1-873F-3CF888BA98AC}">
      <dgm:prSet/>
      <dgm:spPr/>
      <dgm:t>
        <a:bodyPr/>
        <a:lstStyle/>
        <a:p>
          <a:r>
            <a:rPr lang="en-US" sz="2600" b="1"/>
            <a:t>Search for Players:</a:t>
          </a:r>
          <a:endParaRPr lang="en-US" sz="2600"/>
        </a:p>
      </dgm:t>
    </dgm:pt>
    <dgm:pt modelId="{D79326EC-2789-4CDC-B393-0851082AC132}" type="parTrans" cxnId="{77DD15E7-FC39-4E27-9F9B-B55EFA8191D1}">
      <dgm:prSet/>
      <dgm:spPr/>
      <dgm:t>
        <a:bodyPr/>
        <a:lstStyle/>
        <a:p>
          <a:endParaRPr lang="en-US"/>
        </a:p>
      </dgm:t>
    </dgm:pt>
    <dgm:pt modelId="{8CBA5B94-7216-462C-A88B-4E495A078A54}" type="sibTrans" cxnId="{77DD15E7-FC39-4E27-9F9B-B55EFA8191D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BEC225BA-9714-4B90-AEE7-3074D40FFD41}">
      <dgm:prSet custT="1"/>
      <dgm:spPr/>
      <dgm:t>
        <a:bodyPr/>
        <a:lstStyle/>
        <a:p>
          <a:r>
            <a:rPr lang="en-US" sz="1400" dirty="0"/>
            <a:t>Find players by ID or name for quick access</a:t>
          </a:r>
          <a:r>
            <a:rPr lang="en-US" sz="1300" dirty="0"/>
            <a:t>.</a:t>
          </a:r>
        </a:p>
      </dgm:t>
    </dgm:pt>
    <dgm:pt modelId="{741312F8-F09A-4511-809E-6DA5A4A192D0}" type="parTrans" cxnId="{D2F42D9E-4196-47EB-AC41-CDBE1C3D0874}">
      <dgm:prSet/>
      <dgm:spPr/>
      <dgm:t>
        <a:bodyPr/>
        <a:lstStyle/>
        <a:p>
          <a:endParaRPr lang="en-US"/>
        </a:p>
      </dgm:t>
    </dgm:pt>
    <dgm:pt modelId="{6AB91081-11BB-435C-8799-4817282ECD85}" type="sibTrans" cxnId="{D2F42D9E-4196-47EB-AC41-CDBE1C3D0874}">
      <dgm:prSet/>
      <dgm:spPr/>
      <dgm:t>
        <a:bodyPr/>
        <a:lstStyle/>
        <a:p>
          <a:endParaRPr lang="en-US"/>
        </a:p>
      </dgm:t>
    </dgm:pt>
    <dgm:pt modelId="{B2562FED-D3EA-4F44-9100-DEB7E9E54918}" type="pres">
      <dgm:prSet presAssocID="{B1445D80-730E-4DAC-91E8-4FAF35297E9C}" presName="linearFlow" presStyleCnt="0">
        <dgm:presLayoutVars>
          <dgm:dir/>
          <dgm:animLvl val="lvl"/>
          <dgm:resizeHandles val="exact"/>
        </dgm:presLayoutVars>
      </dgm:prSet>
      <dgm:spPr/>
    </dgm:pt>
    <dgm:pt modelId="{71D03D4F-2B5A-4A59-BFE5-49816CA73E37}" type="pres">
      <dgm:prSet presAssocID="{385EC02A-807C-4B72-96EF-1C90DFFFA3F6}" presName="compositeNode" presStyleCnt="0"/>
      <dgm:spPr/>
    </dgm:pt>
    <dgm:pt modelId="{99BC6F0D-F617-4AD2-B925-C613106D81D1}" type="pres">
      <dgm:prSet presAssocID="{385EC02A-807C-4B72-96EF-1C90DFFFA3F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B6DE8A5-BEBB-434A-A84D-D40D365EEAE1}" type="pres">
      <dgm:prSet presAssocID="{385EC02A-807C-4B72-96EF-1C90DFFFA3F6}" presName="parSh" presStyleCnt="0"/>
      <dgm:spPr/>
    </dgm:pt>
    <dgm:pt modelId="{82B7E7BC-1CE8-4543-BDAB-3592434A5B1F}" type="pres">
      <dgm:prSet presAssocID="{385EC02A-807C-4B72-96EF-1C90DFFFA3F6}" presName="lineNode" presStyleLbl="alignAccFollowNode1" presStyleIdx="0" presStyleCnt="12"/>
      <dgm:spPr/>
    </dgm:pt>
    <dgm:pt modelId="{39AA7137-4F7E-41CD-AA35-12D080AB6F94}" type="pres">
      <dgm:prSet presAssocID="{385EC02A-807C-4B72-96EF-1C90DFFFA3F6}" presName="lineArrowNode" presStyleLbl="alignAccFollowNode1" presStyleIdx="1" presStyleCnt="12"/>
      <dgm:spPr/>
    </dgm:pt>
    <dgm:pt modelId="{5E46B168-809B-44AC-A93B-10F34566BA6B}" type="pres">
      <dgm:prSet presAssocID="{B5146258-031A-476C-B1D7-5A56CBCBBF18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22E11EAF-C1C8-4F50-A085-54BC818B5905}" type="pres">
      <dgm:prSet presAssocID="{B5146258-031A-476C-B1D7-5A56CBCBBF18}" presName="spacerBetweenCircleAndCallout" presStyleCnt="0">
        <dgm:presLayoutVars/>
      </dgm:prSet>
      <dgm:spPr/>
    </dgm:pt>
    <dgm:pt modelId="{BC2CD361-8775-478B-89AF-7C6CAA6B7708}" type="pres">
      <dgm:prSet presAssocID="{385EC02A-807C-4B72-96EF-1C90DFFFA3F6}" presName="nodeText" presStyleLbl="alignAccFollowNode1" presStyleIdx="2" presStyleCnt="12">
        <dgm:presLayoutVars>
          <dgm:bulletEnabled val="1"/>
        </dgm:presLayoutVars>
      </dgm:prSet>
      <dgm:spPr/>
    </dgm:pt>
    <dgm:pt modelId="{0E9675AD-DD90-47CF-B79C-B5D071A38DD6}" type="pres">
      <dgm:prSet presAssocID="{B5146258-031A-476C-B1D7-5A56CBCBBF18}" presName="sibTransComposite" presStyleCnt="0"/>
      <dgm:spPr/>
    </dgm:pt>
    <dgm:pt modelId="{9578572E-8726-48DA-82F0-72148A79F686}" type="pres">
      <dgm:prSet presAssocID="{FE1D27EF-4C0F-41DE-BE9F-9659B74E9503}" presName="compositeNode" presStyleCnt="0"/>
      <dgm:spPr/>
    </dgm:pt>
    <dgm:pt modelId="{0D841FB4-9900-42EE-903F-20CCDDF4E59C}" type="pres">
      <dgm:prSet presAssocID="{FE1D27EF-4C0F-41DE-BE9F-9659B74E950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B4C298C-86AB-4491-8D34-7444AB983000}" type="pres">
      <dgm:prSet presAssocID="{FE1D27EF-4C0F-41DE-BE9F-9659B74E9503}" presName="parSh" presStyleCnt="0"/>
      <dgm:spPr/>
    </dgm:pt>
    <dgm:pt modelId="{F3FE71A5-0542-4473-B174-D3E408072638}" type="pres">
      <dgm:prSet presAssocID="{FE1D27EF-4C0F-41DE-BE9F-9659B74E9503}" presName="lineNode" presStyleLbl="alignAccFollowNode1" presStyleIdx="3" presStyleCnt="12"/>
      <dgm:spPr/>
    </dgm:pt>
    <dgm:pt modelId="{9D8427E3-65C2-47F6-B265-3FE516C00DA1}" type="pres">
      <dgm:prSet presAssocID="{FE1D27EF-4C0F-41DE-BE9F-9659B74E9503}" presName="lineArrowNode" presStyleLbl="alignAccFollowNode1" presStyleIdx="4" presStyleCnt="12"/>
      <dgm:spPr/>
    </dgm:pt>
    <dgm:pt modelId="{BF790793-29D3-41AC-B4BE-CB4B7880E14E}" type="pres">
      <dgm:prSet presAssocID="{B58AA2D1-D9FE-42B8-AA19-B87E0FA26073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E2C78C9C-0237-4344-9199-74E468FF42D4}" type="pres">
      <dgm:prSet presAssocID="{B58AA2D1-D9FE-42B8-AA19-B87E0FA26073}" presName="spacerBetweenCircleAndCallout" presStyleCnt="0">
        <dgm:presLayoutVars/>
      </dgm:prSet>
      <dgm:spPr/>
    </dgm:pt>
    <dgm:pt modelId="{095EA59D-3947-428C-BAE9-1F916C1E461E}" type="pres">
      <dgm:prSet presAssocID="{FE1D27EF-4C0F-41DE-BE9F-9659B74E9503}" presName="nodeText" presStyleLbl="alignAccFollowNode1" presStyleIdx="5" presStyleCnt="12">
        <dgm:presLayoutVars>
          <dgm:bulletEnabled val="1"/>
        </dgm:presLayoutVars>
      </dgm:prSet>
      <dgm:spPr/>
    </dgm:pt>
    <dgm:pt modelId="{E5167DE9-7C3C-4BCB-ADB2-A6E6C609741F}" type="pres">
      <dgm:prSet presAssocID="{B58AA2D1-D9FE-42B8-AA19-B87E0FA26073}" presName="sibTransComposite" presStyleCnt="0"/>
      <dgm:spPr/>
    </dgm:pt>
    <dgm:pt modelId="{80452D78-3FB4-45C0-BCEA-179467CBEDAA}" type="pres">
      <dgm:prSet presAssocID="{051FD162-17B4-4BB5-A7E9-40BA908D5F77}" presName="compositeNode" presStyleCnt="0"/>
      <dgm:spPr/>
    </dgm:pt>
    <dgm:pt modelId="{F4776C96-B203-4A74-B0F7-F2FBCFACC122}" type="pres">
      <dgm:prSet presAssocID="{051FD162-17B4-4BB5-A7E9-40BA908D5F7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99ADF49-9C98-4A6F-B0E8-4CDA1606B656}" type="pres">
      <dgm:prSet presAssocID="{051FD162-17B4-4BB5-A7E9-40BA908D5F77}" presName="parSh" presStyleCnt="0"/>
      <dgm:spPr/>
    </dgm:pt>
    <dgm:pt modelId="{29D0B864-946A-44A2-9D90-6452E1A92342}" type="pres">
      <dgm:prSet presAssocID="{051FD162-17B4-4BB5-A7E9-40BA908D5F77}" presName="lineNode" presStyleLbl="alignAccFollowNode1" presStyleIdx="6" presStyleCnt="12"/>
      <dgm:spPr/>
    </dgm:pt>
    <dgm:pt modelId="{949C0148-BEC7-450B-BFF5-52EE8CFC148A}" type="pres">
      <dgm:prSet presAssocID="{051FD162-17B4-4BB5-A7E9-40BA908D5F77}" presName="lineArrowNode" presStyleLbl="alignAccFollowNode1" presStyleIdx="7" presStyleCnt="12"/>
      <dgm:spPr/>
    </dgm:pt>
    <dgm:pt modelId="{0363AAE7-AA24-417E-B840-79ECE6CEF51F}" type="pres">
      <dgm:prSet presAssocID="{5E4C1855-921F-410F-8F05-EAB792DDF3A3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94325E38-0CFD-493C-BF17-DCB83FB7BBD6}" type="pres">
      <dgm:prSet presAssocID="{5E4C1855-921F-410F-8F05-EAB792DDF3A3}" presName="spacerBetweenCircleAndCallout" presStyleCnt="0">
        <dgm:presLayoutVars/>
      </dgm:prSet>
      <dgm:spPr/>
    </dgm:pt>
    <dgm:pt modelId="{A9A9F914-73D2-4658-B5F7-4111F9B97BA8}" type="pres">
      <dgm:prSet presAssocID="{051FD162-17B4-4BB5-A7E9-40BA908D5F77}" presName="nodeText" presStyleLbl="alignAccFollowNode1" presStyleIdx="8" presStyleCnt="12">
        <dgm:presLayoutVars>
          <dgm:bulletEnabled val="1"/>
        </dgm:presLayoutVars>
      </dgm:prSet>
      <dgm:spPr/>
    </dgm:pt>
    <dgm:pt modelId="{F6C270DD-B1E9-4322-B3EA-AF4387252CE6}" type="pres">
      <dgm:prSet presAssocID="{5E4C1855-921F-410F-8F05-EAB792DDF3A3}" presName="sibTransComposite" presStyleCnt="0"/>
      <dgm:spPr/>
    </dgm:pt>
    <dgm:pt modelId="{A6B1C007-9AEA-4E3F-854B-9C6A2AE5BF41}" type="pres">
      <dgm:prSet presAssocID="{89613F92-73A8-44D1-873F-3CF888BA98AC}" presName="compositeNode" presStyleCnt="0"/>
      <dgm:spPr/>
    </dgm:pt>
    <dgm:pt modelId="{F51A3799-B083-4FE6-B10F-C83996A6D66E}" type="pres">
      <dgm:prSet presAssocID="{89613F92-73A8-44D1-873F-3CF888BA98A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98685EB-BC65-4B77-8D4D-6E1FACFA6575}" type="pres">
      <dgm:prSet presAssocID="{89613F92-73A8-44D1-873F-3CF888BA98AC}" presName="parSh" presStyleCnt="0"/>
      <dgm:spPr/>
    </dgm:pt>
    <dgm:pt modelId="{AF56D20E-A97B-433F-94A6-0E3DCC64E8EF}" type="pres">
      <dgm:prSet presAssocID="{89613F92-73A8-44D1-873F-3CF888BA98AC}" presName="lineNode" presStyleLbl="alignAccFollowNode1" presStyleIdx="9" presStyleCnt="12"/>
      <dgm:spPr/>
    </dgm:pt>
    <dgm:pt modelId="{5F32011F-163D-4298-A6B3-D660C38BB772}" type="pres">
      <dgm:prSet presAssocID="{89613F92-73A8-44D1-873F-3CF888BA98AC}" presName="lineArrowNode" presStyleLbl="alignAccFollowNode1" presStyleIdx="10" presStyleCnt="12"/>
      <dgm:spPr/>
    </dgm:pt>
    <dgm:pt modelId="{CDC8A0C4-EA6F-4C86-87B8-4DC37C9C34ED}" type="pres">
      <dgm:prSet presAssocID="{8CBA5B94-7216-462C-A88B-4E495A078A54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7699495C-5B02-49D9-BDCC-F80183023AB2}" type="pres">
      <dgm:prSet presAssocID="{8CBA5B94-7216-462C-A88B-4E495A078A54}" presName="spacerBetweenCircleAndCallout" presStyleCnt="0">
        <dgm:presLayoutVars/>
      </dgm:prSet>
      <dgm:spPr/>
    </dgm:pt>
    <dgm:pt modelId="{ABBE1448-D8C1-48B5-8FEE-09F0C77737CF}" type="pres">
      <dgm:prSet presAssocID="{89613F92-73A8-44D1-873F-3CF888BA98AC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F1655B00-2B33-4943-B3FD-2E6EBC10A85C}" srcId="{385EC02A-807C-4B72-96EF-1C90DFFFA3F6}" destId="{22F88D1F-A397-4700-BCDA-161D43A23773}" srcOrd="0" destOrd="0" parTransId="{877737DA-3221-49B5-A41D-A5F847E1B905}" sibTransId="{9B25156F-1DAA-4915-8FC3-FDD51067BD06}"/>
    <dgm:cxn modelId="{EDA5630C-C423-4FF4-A0FB-552DDF4A3329}" type="presOf" srcId="{051FD162-17B4-4BB5-A7E9-40BA908D5F77}" destId="{A9A9F914-73D2-4658-B5F7-4111F9B97BA8}" srcOrd="0" destOrd="0" presId="urn:microsoft.com/office/officeart/2016/7/layout/LinearArrowProcessNumbered"/>
    <dgm:cxn modelId="{F8B4DE1F-36CE-4E5C-A2B5-6FBCD382E0EA}" type="presOf" srcId="{BEC225BA-9714-4B90-AEE7-3074D40FFD41}" destId="{ABBE1448-D8C1-48B5-8FEE-09F0C77737CF}" srcOrd="0" destOrd="1" presId="urn:microsoft.com/office/officeart/2016/7/layout/LinearArrowProcessNumbered"/>
    <dgm:cxn modelId="{2B7CCC22-9EC5-42CB-9D20-AEA5B57B3501}" srcId="{FE1D27EF-4C0F-41DE-BE9F-9659B74E9503}" destId="{DF2F73DA-E28D-441B-BEA3-090721545E62}" srcOrd="2" destOrd="0" parTransId="{CC9BC043-F6DA-42D5-923A-F7C35D3AE15C}" sibTransId="{FAAEC112-BB11-4BB8-9994-88FC70E5DBB4}"/>
    <dgm:cxn modelId="{F860F226-088F-444C-87A0-BEE8B473C9D6}" srcId="{B1445D80-730E-4DAC-91E8-4FAF35297E9C}" destId="{385EC02A-807C-4B72-96EF-1C90DFFFA3F6}" srcOrd="0" destOrd="0" parTransId="{18727194-4F9F-4653-B677-799642BAC7A9}" sibTransId="{B5146258-031A-476C-B1D7-5A56CBCBBF18}"/>
    <dgm:cxn modelId="{96B03F28-F623-48BE-B4EB-940A921A62D3}" type="presOf" srcId="{B5146258-031A-476C-B1D7-5A56CBCBBF18}" destId="{5E46B168-809B-44AC-A93B-10F34566BA6B}" srcOrd="0" destOrd="0" presId="urn:microsoft.com/office/officeart/2016/7/layout/LinearArrowProcessNumbered"/>
    <dgm:cxn modelId="{3E562936-5D62-4895-ACA5-1D9F1D9F4D4F}" type="presOf" srcId="{B58AA2D1-D9FE-42B8-AA19-B87E0FA26073}" destId="{BF790793-29D3-41AC-B4BE-CB4B7880E14E}" srcOrd="0" destOrd="0" presId="urn:microsoft.com/office/officeart/2016/7/layout/LinearArrowProcessNumbered"/>
    <dgm:cxn modelId="{3ADED33F-5C2F-46D6-99CA-1D5EDB6A4C5D}" srcId="{B1445D80-730E-4DAC-91E8-4FAF35297E9C}" destId="{051FD162-17B4-4BB5-A7E9-40BA908D5F77}" srcOrd="2" destOrd="0" parTransId="{D710257E-4F6C-460E-8BE3-A194F6FB3B34}" sibTransId="{5E4C1855-921F-410F-8F05-EAB792DDF3A3}"/>
    <dgm:cxn modelId="{11329A5B-5313-4AAE-A91A-FE886AC56053}" type="presOf" srcId="{385EC02A-807C-4B72-96EF-1C90DFFFA3F6}" destId="{BC2CD361-8775-478B-89AF-7C6CAA6B7708}" srcOrd="0" destOrd="0" presId="urn:microsoft.com/office/officeart/2016/7/layout/LinearArrowProcessNumbered"/>
    <dgm:cxn modelId="{70700868-3988-4C9A-9889-D9D0D7230628}" type="presOf" srcId="{9A12D94C-8CA8-4A58-A9C3-631E98F33631}" destId="{A9A9F914-73D2-4658-B5F7-4111F9B97BA8}" srcOrd="0" destOrd="1" presId="urn:microsoft.com/office/officeart/2016/7/layout/LinearArrowProcessNumbered"/>
    <dgm:cxn modelId="{39582F70-7288-461C-9E4D-B357F58D8B14}" srcId="{051FD162-17B4-4BB5-A7E9-40BA908D5F77}" destId="{9A12D94C-8CA8-4A58-A9C3-631E98F33631}" srcOrd="0" destOrd="0" parTransId="{6E0D6EA3-EE86-4D78-BD3F-0D7EEC738275}" sibTransId="{332BEAA3-F298-4D6F-AD9A-2CD6E57BC668}"/>
    <dgm:cxn modelId="{2C938677-896D-4E23-A3D7-B5D6120B7220}" type="presOf" srcId="{FE1D27EF-4C0F-41DE-BE9F-9659B74E9503}" destId="{095EA59D-3947-428C-BAE9-1F916C1E461E}" srcOrd="0" destOrd="0" presId="urn:microsoft.com/office/officeart/2016/7/layout/LinearArrowProcessNumbered"/>
    <dgm:cxn modelId="{D007597B-6BA3-45AC-8A0D-B7D9FB4D97CF}" type="presOf" srcId="{E2291497-F864-44D1-AEAF-46F54847447C}" destId="{095EA59D-3947-428C-BAE9-1F916C1E461E}" srcOrd="0" destOrd="1" presId="urn:microsoft.com/office/officeart/2016/7/layout/LinearArrowProcessNumbered"/>
    <dgm:cxn modelId="{BB3D997F-82C2-420A-BD68-1BB813972B20}" srcId="{B1445D80-730E-4DAC-91E8-4FAF35297E9C}" destId="{FE1D27EF-4C0F-41DE-BE9F-9659B74E9503}" srcOrd="1" destOrd="0" parTransId="{5D097CBA-CD2A-4A74-BB9C-8290AF1D2601}" sibTransId="{B58AA2D1-D9FE-42B8-AA19-B87E0FA26073}"/>
    <dgm:cxn modelId="{1593AB8B-18F2-4702-B7FC-3AC70CFF47D6}" type="presOf" srcId="{22F88D1F-A397-4700-BCDA-161D43A23773}" destId="{BC2CD361-8775-478B-89AF-7C6CAA6B7708}" srcOrd="0" destOrd="1" presId="urn:microsoft.com/office/officeart/2016/7/layout/LinearArrowProcessNumbered"/>
    <dgm:cxn modelId="{9C6E6393-E7B6-410F-8591-A1CB933AD9E7}" type="presOf" srcId="{89613F92-73A8-44D1-873F-3CF888BA98AC}" destId="{ABBE1448-D8C1-48B5-8FEE-09F0C77737CF}" srcOrd="0" destOrd="0" presId="urn:microsoft.com/office/officeart/2016/7/layout/LinearArrowProcessNumbered"/>
    <dgm:cxn modelId="{D2F42D9E-4196-47EB-AC41-CDBE1C3D0874}" srcId="{89613F92-73A8-44D1-873F-3CF888BA98AC}" destId="{BEC225BA-9714-4B90-AEE7-3074D40FFD41}" srcOrd="0" destOrd="0" parTransId="{741312F8-F09A-4511-809E-6DA5A4A192D0}" sibTransId="{6AB91081-11BB-435C-8799-4817282ECD85}"/>
    <dgm:cxn modelId="{296BA7A3-1D75-4E21-B14B-E6DBB2050D12}" type="presOf" srcId="{BDE0D44E-F4CF-48CD-9C3B-8106F6A75E4E}" destId="{095EA59D-3947-428C-BAE9-1F916C1E461E}" srcOrd="0" destOrd="2" presId="urn:microsoft.com/office/officeart/2016/7/layout/LinearArrowProcessNumbered"/>
    <dgm:cxn modelId="{95F23FA6-50A1-4D92-B7A5-62DFC13CFFA1}" type="presOf" srcId="{DF2F73DA-E28D-441B-BEA3-090721545E62}" destId="{095EA59D-3947-428C-BAE9-1F916C1E461E}" srcOrd="0" destOrd="3" presId="urn:microsoft.com/office/officeart/2016/7/layout/LinearArrowProcessNumbered"/>
    <dgm:cxn modelId="{FE4407C4-6EBE-47CC-B236-75C7B17CBFC5}" type="presOf" srcId="{B1445D80-730E-4DAC-91E8-4FAF35297E9C}" destId="{B2562FED-D3EA-4F44-9100-DEB7E9E54918}" srcOrd="0" destOrd="0" presId="urn:microsoft.com/office/officeart/2016/7/layout/LinearArrowProcessNumbered"/>
    <dgm:cxn modelId="{A7B6FDCB-3F7E-4CB4-97F5-3BF849DCCF72}" srcId="{FE1D27EF-4C0F-41DE-BE9F-9659B74E9503}" destId="{BDE0D44E-F4CF-48CD-9C3B-8106F6A75E4E}" srcOrd="1" destOrd="0" parTransId="{DB7ACB74-167C-4EF8-A81C-AD2A713E5969}" sibTransId="{5B3BA8C2-B0F8-4522-868E-0CC7925F101A}"/>
    <dgm:cxn modelId="{29A911CE-0203-42DB-91F9-409E2F7505B8}" srcId="{FE1D27EF-4C0F-41DE-BE9F-9659B74E9503}" destId="{E2291497-F864-44D1-AEAF-46F54847447C}" srcOrd="0" destOrd="0" parTransId="{E10D58BC-9158-41F8-8C12-B0678CB263DB}" sibTransId="{ADF06AFF-4A2D-44FF-922E-D5748BB630BD}"/>
    <dgm:cxn modelId="{92EC7CDB-2397-4762-B2E2-169873AC46EE}" type="presOf" srcId="{5E4C1855-921F-410F-8F05-EAB792DDF3A3}" destId="{0363AAE7-AA24-417E-B840-79ECE6CEF51F}" srcOrd="0" destOrd="0" presId="urn:microsoft.com/office/officeart/2016/7/layout/LinearArrowProcessNumbered"/>
    <dgm:cxn modelId="{77DD15E7-FC39-4E27-9F9B-B55EFA8191D1}" srcId="{B1445D80-730E-4DAC-91E8-4FAF35297E9C}" destId="{89613F92-73A8-44D1-873F-3CF888BA98AC}" srcOrd="3" destOrd="0" parTransId="{D79326EC-2789-4CDC-B393-0851082AC132}" sibTransId="{8CBA5B94-7216-462C-A88B-4E495A078A54}"/>
    <dgm:cxn modelId="{F2A695FB-65D8-4354-BEC6-BEA3B08A675A}" type="presOf" srcId="{8CBA5B94-7216-462C-A88B-4E495A078A54}" destId="{CDC8A0C4-EA6F-4C86-87B8-4DC37C9C34ED}" srcOrd="0" destOrd="0" presId="urn:microsoft.com/office/officeart/2016/7/layout/LinearArrowProcessNumbered"/>
    <dgm:cxn modelId="{12443D53-36C4-4D28-A83C-2D726F539046}" type="presParOf" srcId="{B2562FED-D3EA-4F44-9100-DEB7E9E54918}" destId="{71D03D4F-2B5A-4A59-BFE5-49816CA73E37}" srcOrd="0" destOrd="0" presId="urn:microsoft.com/office/officeart/2016/7/layout/LinearArrowProcessNumbered"/>
    <dgm:cxn modelId="{019D5F7A-FA48-4BA4-A6B7-F3260F35EE79}" type="presParOf" srcId="{71D03D4F-2B5A-4A59-BFE5-49816CA73E37}" destId="{99BC6F0D-F617-4AD2-B925-C613106D81D1}" srcOrd="0" destOrd="0" presId="urn:microsoft.com/office/officeart/2016/7/layout/LinearArrowProcessNumbered"/>
    <dgm:cxn modelId="{67670A3C-132F-459A-BF4D-2A777E1F5BEA}" type="presParOf" srcId="{71D03D4F-2B5A-4A59-BFE5-49816CA73E37}" destId="{DB6DE8A5-BEBB-434A-A84D-D40D365EEAE1}" srcOrd="1" destOrd="0" presId="urn:microsoft.com/office/officeart/2016/7/layout/LinearArrowProcessNumbered"/>
    <dgm:cxn modelId="{3B547D44-CA4A-4F58-8485-34C5116249B6}" type="presParOf" srcId="{DB6DE8A5-BEBB-434A-A84D-D40D365EEAE1}" destId="{82B7E7BC-1CE8-4543-BDAB-3592434A5B1F}" srcOrd="0" destOrd="0" presId="urn:microsoft.com/office/officeart/2016/7/layout/LinearArrowProcessNumbered"/>
    <dgm:cxn modelId="{2365E7E6-1592-40A5-833D-0F6C4B74AE90}" type="presParOf" srcId="{DB6DE8A5-BEBB-434A-A84D-D40D365EEAE1}" destId="{39AA7137-4F7E-41CD-AA35-12D080AB6F94}" srcOrd="1" destOrd="0" presId="urn:microsoft.com/office/officeart/2016/7/layout/LinearArrowProcessNumbered"/>
    <dgm:cxn modelId="{B0D4BCB9-4446-44AA-BE22-296FE181E9F2}" type="presParOf" srcId="{DB6DE8A5-BEBB-434A-A84D-D40D365EEAE1}" destId="{5E46B168-809B-44AC-A93B-10F34566BA6B}" srcOrd="2" destOrd="0" presId="urn:microsoft.com/office/officeart/2016/7/layout/LinearArrowProcessNumbered"/>
    <dgm:cxn modelId="{48FA91D6-19BF-4F24-B963-0A07224E9DFB}" type="presParOf" srcId="{DB6DE8A5-BEBB-434A-A84D-D40D365EEAE1}" destId="{22E11EAF-C1C8-4F50-A085-54BC818B5905}" srcOrd="3" destOrd="0" presId="urn:microsoft.com/office/officeart/2016/7/layout/LinearArrowProcessNumbered"/>
    <dgm:cxn modelId="{843C9067-3540-4465-B9A2-3B0049D1A66B}" type="presParOf" srcId="{71D03D4F-2B5A-4A59-BFE5-49816CA73E37}" destId="{BC2CD361-8775-478B-89AF-7C6CAA6B7708}" srcOrd="2" destOrd="0" presId="urn:microsoft.com/office/officeart/2016/7/layout/LinearArrowProcessNumbered"/>
    <dgm:cxn modelId="{2067A7C1-DE1E-44D5-9112-961DE2984F85}" type="presParOf" srcId="{B2562FED-D3EA-4F44-9100-DEB7E9E54918}" destId="{0E9675AD-DD90-47CF-B79C-B5D071A38DD6}" srcOrd="1" destOrd="0" presId="urn:microsoft.com/office/officeart/2016/7/layout/LinearArrowProcessNumbered"/>
    <dgm:cxn modelId="{BC96C9E0-998D-411B-988E-DD14984CA791}" type="presParOf" srcId="{B2562FED-D3EA-4F44-9100-DEB7E9E54918}" destId="{9578572E-8726-48DA-82F0-72148A79F686}" srcOrd="2" destOrd="0" presId="urn:microsoft.com/office/officeart/2016/7/layout/LinearArrowProcessNumbered"/>
    <dgm:cxn modelId="{707CE354-3987-4E30-B5DD-E665B74EEE28}" type="presParOf" srcId="{9578572E-8726-48DA-82F0-72148A79F686}" destId="{0D841FB4-9900-42EE-903F-20CCDDF4E59C}" srcOrd="0" destOrd="0" presId="urn:microsoft.com/office/officeart/2016/7/layout/LinearArrowProcessNumbered"/>
    <dgm:cxn modelId="{06B09956-9CA2-445B-B9CE-57FF43D68418}" type="presParOf" srcId="{9578572E-8726-48DA-82F0-72148A79F686}" destId="{BB4C298C-86AB-4491-8D34-7444AB983000}" srcOrd="1" destOrd="0" presId="urn:microsoft.com/office/officeart/2016/7/layout/LinearArrowProcessNumbered"/>
    <dgm:cxn modelId="{3CC7E77F-C388-4FC4-A6E2-803359EB6E3B}" type="presParOf" srcId="{BB4C298C-86AB-4491-8D34-7444AB983000}" destId="{F3FE71A5-0542-4473-B174-D3E408072638}" srcOrd="0" destOrd="0" presId="urn:microsoft.com/office/officeart/2016/7/layout/LinearArrowProcessNumbered"/>
    <dgm:cxn modelId="{9B02DD4A-3A87-4627-AC67-F53DC87544BB}" type="presParOf" srcId="{BB4C298C-86AB-4491-8D34-7444AB983000}" destId="{9D8427E3-65C2-47F6-B265-3FE516C00DA1}" srcOrd="1" destOrd="0" presId="urn:microsoft.com/office/officeart/2016/7/layout/LinearArrowProcessNumbered"/>
    <dgm:cxn modelId="{B8086190-44D2-45D5-BF3F-62C807384743}" type="presParOf" srcId="{BB4C298C-86AB-4491-8D34-7444AB983000}" destId="{BF790793-29D3-41AC-B4BE-CB4B7880E14E}" srcOrd="2" destOrd="0" presId="urn:microsoft.com/office/officeart/2016/7/layout/LinearArrowProcessNumbered"/>
    <dgm:cxn modelId="{3AE66CAC-45E7-41BC-BB8A-A54CC849E7E9}" type="presParOf" srcId="{BB4C298C-86AB-4491-8D34-7444AB983000}" destId="{E2C78C9C-0237-4344-9199-74E468FF42D4}" srcOrd="3" destOrd="0" presId="urn:microsoft.com/office/officeart/2016/7/layout/LinearArrowProcessNumbered"/>
    <dgm:cxn modelId="{979BEB70-52BC-48FA-A2ED-629A435B6225}" type="presParOf" srcId="{9578572E-8726-48DA-82F0-72148A79F686}" destId="{095EA59D-3947-428C-BAE9-1F916C1E461E}" srcOrd="2" destOrd="0" presId="urn:microsoft.com/office/officeart/2016/7/layout/LinearArrowProcessNumbered"/>
    <dgm:cxn modelId="{5B316596-8953-4F28-9098-00CF0ABEDAD1}" type="presParOf" srcId="{B2562FED-D3EA-4F44-9100-DEB7E9E54918}" destId="{E5167DE9-7C3C-4BCB-ADB2-A6E6C609741F}" srcOrd="3" destOrd="0" presId="urn:microsoft.com/office/officeart/2016/7/layout/LinearArrowProcessNumbered"/>
    <dgm:cxn modelId="{358AF2B4-4D99-409B-9F5B-811933078441}" type="presParOf" srcId="{B2562FED-D3EA-4F44-9100-DEB7E9E54918}" destId="{80452D78-3FB4-45C0-BCEA-179467CBEDAA}" srcOrd="4" destOrd="0" presId="urn:microsoft.com/office/officeart/2016/7/layout/LinearArrowProcessNumbered"/>
    <dgm:cxn modelId="{70C0F838-039E-4276-A311-7F1E9DED735B}" type="presParOf" srcId="{80452D78-3FB4-45C0-BCEA-179467CBEDAA}" destId="{F4776C96-B203-4A74-B0F7-F2FBCFACC122}" srcOrd="0" destOrd="0" presId="urn:microsoft.com/office/officeart/2016/7/layout/LinearArrowProcessNumbered"/>
    <dgm:cxn modelId="{7E68DFA2-FB42-4C18-A8A7-519D06BE36BD}" type="presParOf" srcId="{80452D78-3FB4-45C0-BCEA-179467CBEDAA}" destId="{999ADF49-9C98-4A6F-B0E8-4CDA1606B656}" srcOrd="1" destOrd="0" presId="urn:microsoft.com/office/officeart/2016/7/layout/LinearArrowProcessNumbered"/>
    <dgm:cxn modelId="{126F9C92-6000-4BD3-864F-374080DF85B8}" type="presParOf" srcId="{999ADF49-9C98-4A6F-B0E8-4CDA1606B656}" destId="{29D0B864-946A-44A2-9D90-6452E1A92342}" srcOrd="0" destOrd="0" presId="urn:microsoft.com/office/officeart/2016/7/layout/LinearArrowProcessNumbered"/>
    <dgm:cxn modelId="{0D55D8B5-99E8-4CD9-AADB-EA6D94F41D8E}" type="presParOf" srcId="{999ADF49-9C98-4A6F-B0E8-4CDA1606B656}" destId="{949C0148-BEC7-450B-BFF5-52EE8CFC148A}" srcOrd="1" destOrd="0" presId="urn:microsoft.com/office/officeart/2016/7/layout/LinearArrowProcessNumbered"/>
    <dgm:cxn modelId="{7246626A-CF13-4D68-9485-33E95E29A861}" type="presParOf" srcId="{999ADF49-9C98-4A6F-B0E8-4CDA1606B656}" destId="{0363AAE7-AA24-417E-B840-79ECE6CEF51F}" srcOrd="2" destOrd="0" presId="urn:microsoft.com/office/officeart/2016/7/layout/LinearArrowProcessNumbered"/>
    <dgm:cxn modelId="{0B7A9DEB-41A4-4B40-95C1-DB0F0A91F2F9}" type="presParOf" srcId="{999ADF49-9C98-4A6F-B0E8-4CDA1606B656}" destId="{94325E38-0CFD-493C-BF17-DCB83FB7BBD6}" srcOrd="3" destOrd="0" presId="urn:microsoft.com/office/officeart/2016/7/layout/LinearArrowProcessNumbered"/>
    <dgm:cxn modelId="{718D4961-6CEC-41A9-A71E-837DAC59E6EB}" type="presParOf" srcId="{80452D78-3FB4-45C0-BCEA-179467CBEDAA}" destId="{A9A9F914-73D2-4658-B5F7-4111F9B97BA8}" srcOrd="2" destOrd="0" presId="urn:microsoft.com/office/officeart/2016/7/layout/LinearArrowProcessNumbered"/>
    <dgm:cxn modelId="{AAC771A8-C808-4A09-8E63-794B5D215DAA}" type="presParOf" srcId="{B2562FED-D3EA-4F44-9100-DEB7E9E54918}" destId="{F6C270DD-B1E9-4322-B3EA-AF4387252CE6}" srcOrd="5" destOrd="0" presId="urn:microsoft.com/office/officeart/2016/7/layout/LinearArrowProcessNumbered"/>
    <dgm:cxn modelId="{8EB1FA63-7A4A-45A2-81B0-9D9C9A0D6BFE}" type="presParOf" srcId="{B2562FED-D3EA-4F44-9100-DEB7E9E54918}" destId="{A6B1C007-9AEA-4E3F-854B-9C6A2AE5BF41}" srcOrd="6" destOrd="0" presId="urn:microsoft.com/office/officeart/2016/7/layout/LinearArrowProcessNumbered"/>
    <dgm:cxn modelId="{B8CE56A9-B2E3-4CA1-8ABB-4C5DCC74BE45}" type="presParOf" srcId="{A6B1C007-9AEA-4E3F-854B-9C6A2AE5BF41}" destId="{F51A3799-B083-4FE6-B10F-C83996A6D66E}" srcOrd="0" destOrd="0" presId="urn:microsoft.com/office/officeart/2016/7/layout/LinearArrowProcessNumbered"/>
    <dgm:cxn modelId="{AB1BD79C-24D1-4694-876A-0C2890F8214C}" type="presParOf" srcId="{A6B1C007-9AEA-4E3F-854B-9C6A2AE5BF41}" destId="{E98685EB-BC65-4B77-8D4D-6E1FACFA6575}" srcOrd="1" destOrd="0" presId="urn:microsoft.com/office/officeart/2016/7/layout/LinearArrowProcessNumbered"/>
    <dgm:cxn modelId="{2ED977EA-8B48-4029-906C-AB783E78C657}" type="presParOf" srcId="{E98685EB-BC65-4B77-8D4D-6E1FACFA6575}" destId="{AF56D20E-A97B-433F-94A6-0E3DCC64E8EF}" srcOrd="0" destOrd="0" presId="urn:microsoft.com/office/officeart/2016/7/layout/LinearArrowProcessNumbered"/>
    <dgm:cxn modelId="{8A5AD9E1-9DA9-4F97-BA2A-512785282D18}" type="presParOf" srcId="{E98685EB-BC65-4B77-8D4D-6E1FACFA6575}" destId="{5F32011F-163D-4298-A6B3-D660C38BB772}" srcOrd="1" destOrd="0" presId="urn:microsoft.com/office/officeart/2016/7/layout/LinearArrowProcessNumbered"/>
    <dgm:cxn modelId="{5F8CF500-F563-430D-A4E9-DB47784CF444}" type="presParOf" srcId="{E98685EB-BC65-4B77-8D4D-6E1FACFA6575}" destId="{CDC8A0C4-EA6F-4C86-87B8-4DC37C9C34ED}" srcOrd="2" destOrd="0" presId="urn:microsoft.com/office/officeart/2016/7/layout/LinearArrowProcessNumbered"/>
    <dgm:cxn modelId="{061525CD-D202-4902-8A3D-3526C224C934}" type="presParOf" srcId="{E98685EB-BC65-4B77-8D4D-6E1FACFA6575}" destId="{7699495C-5B02-49D9-BDCC-F80183023AB2}" srcOrd="3" destOrd="0" presId="urn:microsoft.com/office/officeart/2016/7/layout/LinearArrowProcessNumbered"/>
    <dgm:cxn modelId="{903F3E89-D92E-4E1B-9A73-DA6E38DCD3FA}" type="presParOf" srcId="{A6B1C007-9AEA-4E3F-854B-9C6A2AE5BF41}" destId="{ABBE1448-D8C1-48B5-8FEE-09F0C77737CF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0A15F6-6F25-4B74-A7DA-36A0984140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C96A2B0-361A-4418-B6FD-E0C0C35A238A}">
      <dgm:prSet/>
      <dgm:spPr/>
      <dgm:t>
        <a:bodyPr/>
        <a:lstStyle/>
        <a:p>
          <a:r>
            <a:rPr lang="en-US" b="1" i="0" baseline="0"/>
            <a:t>Results:</a:t>
          </a:r>
          <a:endParaRPr lang="en-US"/>
        </a:p>
      </dgm:t>
    </dgm:pt>
    <dgm:pt modelId="{98934811-D9B7-4505-8DD4-70C341B66AB6}" type="parTrans" cxnId="{13139ECE-FADF-45F7-8AA2-0BD682F1B6E9}">
      <dgm:prSet/>
      <dgm:spPr/>
      <dgm:t>
        <a:bodyPr/>
        <a:lstStyle/>
        <a:p>
          <a:endParaRPr lang="en-US"/>
        </a:p>
      </dgm:t>
    </dgm:pt>
    <dgm:pt modelId="{B35787DE-CD83-4A88-8879-CC76EFEEC890}" type="sibTrans" cxnId="{13139ECE-FADF-45F7-8AA2-0BD682F1B6E9}">
      <dgm:prSet/>
      <dgm:spPr/>
      <dgm:t>
        <a:bodyPr/>
        <a:lstStyle/>
        <a:p>
          <a:endParaRPr lang="en-US"/>
        </a:p>
      </dgm:t>
    </dgm:pt>
    <dgm:pt modelId="{58E6CD60-706F-47A0-AA10-972BECF4DC20}">
      <dgm:prSet/>
      <dgm:spPr/>
      <dgm:t>
        <a:bodyPr/>
        <a:lstStyle/>
        <a:p>
          <a:r>
            <a:rPr lang="en-US" b="0" i="0" baseline="0"/>
            <a:t>Successfully implemented the following functionalities:</a:t>
          </a:r>
          <a:endParaRPr lang="en-US"/>
        </a:p>
      </dgm:t>
    </dgm:pt>
    <dgm:pt modelId="{7D2B4BA6-B98B-4B9A-B4EF-5E4BE306883E}" type="parTrans" cxnId="{01B85512-C124-4EEC-9E58-5741E7AC30E9}">
      <dgm:prSet/>
      <dgm:spPr/>
      <dgm:t>
        <a:bodyPr/>
        <a:lstStyle/>
        <a:p>
          <a:endParaRPr lang="en-US"/>
        </a:p>
      </dgm:t>
    </dgm:pt>
    <dgm:pt modelId="{80D7D68A-D590-4763-BDEB-D6ACF8F897C7}" type="sibTrans" cxnId="{01B85512-C124-4EEC-9E58-5741E7AC30E9}">
      <dgm:prSet/>
      <dgm:spPr/>
      <dgm:t>
        <a:bodyPr/>
        <a:lstStyle/>
        <a:p>
          <a:endParaRPr lang="en-US"/>
        </a:p>
      </dgm:t>
    </dgm:pt>
    <dgm:pt modelId="{6C3CA92A-9B0B-477E-B790-A92C6DB60117}">
      <dgm:prSet/>
      <dgm:spPr/>
      <dgm:t>
        <a:bodyPr/>
        <a:lstStyle/>
        <a:p>
          <a:r>
            <a:rPr lang="en-US" b="0" i="0" baseline="0"/>
            <a:t>Added and displayed player data for over 15 test entries.</a:t>
          </a:r>
          <a:endParaRPr lang="en-US"/>
        </a:p>
      </dgm:t>
    </dgm:pt>
    <dgm:pt modelId="{913D9EAD-523A-4A1E-B89F-AA042F7D2D38}" type="parTrans" cxnId="{CBA5EBB3-7BE0-496C-91EE-4DF772DCCD1D}">
      <dgm:prSet/>
      <dgm:spPr/>
      <dgm:t>
        <a:bodyPr/>
        <a:lstStyle/>
        <a:p>
          <a:endParaRPr lang="en-US"/>
        </a:p>
      </dgm:t>
    </dgm:pt>
    <dgm:pt modelId="{7A9F1109-43FD-4F65-839B-F48232B793AD}" type="sibTrans" cxnId="{CBA5EBB3-7BE0-496C-91EE-4DF772DCCD1D}">
      <dgm:prSet/>
      <dgm:spPr/>
      <dgm:t>
        <a:bodyPr/>
        <a:lstStyle/>
        <a:p>
          <a:endParaRPr lang="en-US"/>
        </a:p>
      </dgm:t>
    </dgm:pt>
    <dgm:pt modelId="{FD78437F-57BE-4654-ADB1-6B37C9635D69}">
      <dgm:prSet/>
      <dgm:spPr/>
      <dgm:t>
        <a:bodyPr/>
        <a:lstStyle/>
        <a:p>
          <a:r>
            <a:rPr lang="en-US" b="0" i="0" baseline="0"/>
            <a:t>Demonstrated edge case handling for invalid input, duplicate scores, and empty data.</a:t>
          </a:r>
          <a:endParaRPr lang="en-US"/>
        </a:p>
      </dgm:t>
    </dgm:pt>
    <dgm:pt modelId="{03EA43C6-8FF9-412C-98FB-F6760BE0D45E}" type="parTrans" cxnId="{88B47795-F81E-4028-959E-BE72FA431E77}">
      <dgm:prSet/>
      <dgm:spPr/>
      <dgm:t>
        <a:bodyPr/>
        <a:lstStyle/>
        <a:p>
          <a:endParaRPr lang="en-US"/>
        </a:p>
      </dgm:t>
    </dgm:pt>
    <dgm:pt modelId="{A1FEC0EC-75BF-479A-B63D-A6E74F576C4C}" type="sibTrans" cxnId="{88B47795-F81E-4028-959E-BE72FA431E77}">
      <dgm:prSet/>
      <dgm:spPr/>
      <dgm:t>
        <a:bodyPr/>
        <a:lstStyle/>
        <a:p>
          <a:endParaRPr lang="en-US"/>
        </a:p>
      </dgm:t>
    </dgm:pt>
    <dgm:pt modelId="{13EB70AD-75A5-48AD-939E-DECA2A9AF29C}">
      <dgm:prSet/>
      <dgm:spPr/>
      <dgm:t>
        <a:bodyPr/>
        <a:lstStyle/>
        <a:p>
          <a:r>
            <a:rPr lang="en-US" b="0" i="0" baseline="0"/>
            <a:t>Generated a descending order leaderboard.</a:t>
          </a:r>
          <a:endParaRPr lang="en-US"/>
        </a:p>
      </dgm:t>
    </dgm:pt>
    <dgm:pt modelId="{5526CC85-4995-45A0-AA95-8A7F598E82E1}" type="parTrans" cxnId="{F8B2BE2B-76C6-4153-BC69-6703F165E4B2}">
      <dgm:prSet/>
      <dgm:spPr/>
      <dgm:t>
        <a:bodyPr/>
        <a:lstStyle/>
        <a:p>
          <a:endParaRPr lang="en-US"/>
        </a:p>
      </dgm:t>
    </dgm:pt>
    <dgm:pt modelId="{3114A0B1-2F96-468D-AED0-A1171871F432}" type="sibTrans" cxnId="{F8B2BE2B-76C6-4153-BC69-6703F165E4B2}">
      <dgm:prSet/>
      <dgm:spPr/>
      <dgm:t>
        <a:bodyPr/>
        <a:lstStyle/>
        <a:p>
          <a:endParaRPr lang="en-US"/>
        </a:p>
      </dgm:t>
    </dgm:pt>
    <dgm:pt modelId="{4321203D-FD4C-4D92-829F-8C1023B9EC13}">
      <dgm:prSet/>
      <dgm:spPr/>
      <dgm:t>
        <a:bodyPr/>
        <a:lstStyle/>
        <a:p>
          <a:r>
            <a:rPr lang="en-US" b="0" i="0" baseline="0"/>
            <a:t>Example Leaderboard:</a:t>
          </a:r>
          <a:endParaRPr lang="en-US"/>
        </a:p>
      </dgm:t>
    </dgm:pt>
    <dgm:pt modelId="{D933822B-D0D8-49FC-9CF6-FBF5E665921E}" type="parTrans" cxnId="{46FE7DDC-05CF-4265-9CE2-499A7389978F}">
      <dgm:prSet/>
      <dgm:spPr/>
      <dgm:t>
        <a:bodyPr/>
        <a:lstStyle/>
        <a:p>
          <a:endParaRPr lang="en-US"/>
        </a:p>
      </dgm:t>
    </dgm:pt>
    <dgm:pt modelId="{E5C26017-C875-4CBC-BC5B-858C696F3914}" type="sibTrans" cxnId="{46FE7DDC-05CF-4265-9CE2-499A7389978F}">
      <dgm:prSet/>
      <dgm:spPr/>
      <dgm:t>
        <a:bodyPr/>
        <a:lstStyle/>
        <a:p>
          <a:endParaRPr lang="en-US"/>
        </a:p>
      </dgm:t>
    </dgm:pt>
    <dgm:pt modelId="{318A16B1-7378-4871-BDC1-6492F0B76339}">
      <dgm:prSet/>
      <dgm:spPr/>
      <dgm:t>
        <a:bodyPr/>
        <a:lstStyle/>
        <a:p>
          <a:r>
            <a:rPr lang="en-US" b="0" i="0" baseline="0"/>
            <a:t>Hans: 95</a:t>
          </a:r>
          <a:endParaRPr lang="en-US"/>
        </a:p>
      </dgm:t>
    </dgm:pt>
    <dgm:pt modelId="{88B4B101-7A6D-4452-855C-BE24E9D6EB44}" type="parTrans" cxnId="{25294DCB-121D-444B-98FC-A6DDC32D8869}">
      <dgm:prSet/>
      <dgm:spPr/>
      <dgm:t>
        <a:bodyPr/>
        <a:lstStyle/>
        <a:p>
          <a:endParaRPr lang="en-US"/>
        </a:p>
      </dgm:t>
    </dgm:pt>
    <dgm:pt modelId="{42CE2BCC-7455-4520-82EB-2DD291683364}" type="sibTrans" cxnId="{25294DCB-121D-444B-98FC-A6DDC32D8869}">
      <dgm:prSet/>
      <dgm:spPr/>
      <dgm:t>
        <a:bodyPr/>
        <a:lstStyle/>
        <a:p>
          <a:endParaRPr lang="en-US"/>
        </a:p>
      </dgm:t>
    </dgm:pt>
    <dgm:pt modelId="{A83072A6-AA48-4DB8-9CB7-306ABB7ADB18}">
      <dgm:prSet/>
      <dgm:spPr/>
      <dgm:t>
        <a:bodyPr/>
        <a:lstStyle/>
        <a:p>
          <a:r>
            <a:rPr lang="en-US" b="0" i="0" baseline="0"/>
            <a:t>Ethan: 90</a:t>
          </a:r>
          <a:endParaRPr lang="en-US"/>
        </a:p>
      </dgm:t>
    </dgm:pt>
    <dgm:pt modelId="{E9DA22C1-8DB1-4765-9CBF-A2299239EFDF}" type="parTrans" cxnId="{8948DDF2-F708-441F-AB45-520BFC66C140}">
      <dgm:prSet/>
      <dgm:spPr/>
      <dgm:t>
        <a:bodyPr/>
        <a:lstStyle/>
        <a:p>
          <a:endParaRPr lang="en-US"/>
        </a:p>
      </dgm:t>
    </dgm:pt>
    <dgm:pt modelId="{6342FB41-BEA6-4BEB-869E-E246FB5382C4}" type="sibTrans" cxnId="{8948DDF2-F708-441F-AB45-520BFC66C140}">
      <dgm:prSet/>
      <dgm:spPr/>
      <dgm:t>
        <a:bodyPr/>
        <a:lstStyle/>
        <a:p>
          <a:endParaRPr lang="en-US"/>
        </a:p>
      </dgm:t>
    </dgm:pt>
    <dgm:pt modelId="{8069288B-4C57-4E50-B3BE-B21CF7257FD7}">
      <dgm:prSet/>
      <dgm:spPr/>
      <dgm:t>
        <a:bodyPr/>
        <a:lstStyle/>
        <a:p>
          <a:r>
            <a:rPr lang="en-US" b="0" i="0" baseline="0"/>
            <a:t>Adam: 85</a:t>
          </a:r>
          <a:endParaRPr lang="en-US"/>
        </a:p>
      </dgm:t>
    </dgm:pt>
    <dgm:pt modelId="{25806ABB-4764-46D0-8070-3A8C41E98F32}" type="parTrans" cxnId="{7A4F33D5-777A-48D8-A03C-5897847643CF}">
      <dgm:prSet/>
      <dgm:spPr/>
      <dgm:t>
        <a:bodyPr/>
        <a:lstStyle/>
        <a:p>
          <a:endParaRPr lang="en-US"/>
        </a:p>
      </dgm:t>
    </dgm:pt>
    <dgm:pt modelId="{876916EE-9AF5-44AE-9185-FC0225096822}" type="sibTrans" cxnId="{7A4F33D5-777A-48D8-A03C-5897847643CF}">
      <dgm:prSet/>
      <dgm:spPr/>
      <dgm:t>
        <a:bodyPr/>
        <a:lstStyle/>
        <a:p>
          <a:endParaRPr lang="en-US"/>
        </a:p>
      </dgm:t>
    </dgm:pt>
    <dgm:pt modelId="{E5CA23E7-6EA4-4D48-9774-11853D581705}" type="pres">
      <dgm:prSet presAssocID="{110A15F6-6F25-4B74-A7DA-36A09841400F}" presName="linear" presStyleCnt="0">
        <dgm:presLayoutVars>
          <dgm:animLvl val="lvl"/>
          <dgm:resizeHandles val="exact"/>
        </dgm:presLayoutVars>
      </dgm:prSet>
      <dgm:spPr/>
    </dgm:pt>
    <dgm:pt modelId="{FD5FFEB2-BC66-4F96-8539-79478C44545F}" type="pres">
      <dgm:prSet presAssocID="{FC96A2B0-361A-4418-B6FD-E0C0C35A238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D051EB0-9835-4C4C-BCFC-7737FC324054}" type="pres">
      <dgm:prSet presAssocID="{B35787DE-CD83-4A88-8879-CC76EFEEC890}" presName="spacer" presStyleCnt="0"/>
      <dgm:spPr/>
    </dgm:pt>
    <dgm:pt modelId="{6AAC7F76-85FC-45F7-BBCD-55DBBEE51104}" type="pres">
      <dgm:prSet presAssocID="{58E6CD60-706F-47A0-AA10-972BECF4DC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0CD3FD1-A3AE-4C38-80CA-71A6712FDBEA}" type="pres">
      <dgm:prSet presAssocID="{58E6CD60-706F-47A0-AA10-972BECF4DC20}" presName="childText" presStyleLbl="revTx" presStyleIdx="0" presStyleCnt="2">
        <dgm:presLayoutVars>
          <dgm:bulletEnabled val="1"/>
        </dgm:presLayoutVars>
      </dgm:prSet>
      <dgm:spPr/>
    </dgm:pt>
    <dgm:pt modelId="{BE304778-434B-4CF0-A57A-48075ADFF2EE}" type="pres">
      <dgm:prSet presAssocID="{4321203D-FD4C-4D92-829F-8C1023B9EC1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9EA71B7-B34A-42BA-896A-C91F18CF5CD5}" type="pres">
      <dgm:prSet presAssocID="{4321203D-FD4C-4D92-829F-8C1023B9EC1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1B85512-C124-4EEC-9E58-5741E7AC30E9}" srcId="{110A15F6-6F25-4B74-A7DA-36A09841400F}" destId="{58E6CD60-706F-47A0-AA10-972BECF4DC20}" srcOrd="1" destOrd="0" parTransId="{7D2B4BA6-B98B-4B9A-B4EF-5E4BE306883E}" sibTransId="{80D7D68A-D590-4763-BDEB-D6ACF8F897C7}"/>
    <dgm:cxn modelId="{754AF025-18FB-44A9-9991-8C8688582057}" type="presOf" srcId="{FD78437F-57BE-4654-ADB1-6B37C9635D69}" destId="{D0CD3FD1-A3AE-4C38-80CA-71A6712FDBEA}" srcOrd="0" destOrd="1" presId="urn:microsoft.com/office/officeart/2005/8/layout/vList2"/>
    <dgm:cxn modelId="{F8B2BE2B-76C6-4153-BC69-6703F165E4B2}" srcId="{58E6CD60-706F-47A0-AA10-972BECF4DC20}" destId="{13EB70AD-75A5-48AD-939E-DECA2A9AF29C}" srcOrd="2" destOrd="0" parTransId="{5526CC85-4995-45A0-AA95-8A7F598E82E1}" sibTransId="{3114A0B1-2F96-468D-AED0-A1171871F432}"/>
    <dgm:cxn modelId="{00D00460-6D65-4BCA-B2E2-DE85E2669847}" type="presOf" srcId="{318A16B1-7378-4871-BDC1-6492F0B76339}" destId="{39EA71B7-B34A-42BA-896A-C91F18CF5CD5}" srcOrd="0" destOrd="0" presId="urn:microsoft.com/office/officeart/2005/8/layout/vList2"/>
    <dgm:cxn modelId="{1913DB43-25B9-44EF-888B-E6BCBB28D1C8}" type="presOf" srcId="{8069288B-4C57-4E50-B3BE-B21CF7257FD7}" destId="{39EA71B7-B34A-42BA-896A-C91F18CF5CD5}" srcOrd="0" destOrd="2" presId="urn:microsoft.com/office/officeart/2005/8/layout/vList2"/>
    <dgm:cxn modelId="{300A8D6C-9646-4063-B365-58A8266C4AF9}" type="presOf" srcId="{58E6CD60-706F-47A0-AA10-972BECF4DC20}" destId="{6AAC7F76-85FC-45F7-BBCD-55DBBEE51104}" srcOrd="0" destOrd="0" presId="urn:microsoft.com/office/officeart/2005/8/layout/vList2"/>
    <dgm:cxn modelId="{88B47795-F81E-4028-959E-BE72FA431E77}" srcId="{58E6CD60-706F-47A0-AA10-972BECF4DC20}" destId="{FD78437F-57BE-4654-ADB1-6B37C9635D69}" srcOrd="1" destOrd="0" parTransId="{03EA43C6-8FF9-412C-98FB-F6760BE0D45E}" sibTransId="{A1FEC0EC-75BF-479A-B63D-A6E74F576C4C}"/>
    <dgm:cxn modelId="{5C770096-3938-4BEB-94D1-FA277A2EC8A8}" type="presOf" srcId="{4321203D-FD4C-4D92-829F-8C1023B9EC13}" destId="{BE304778-434B-4CF0-A57A-48075ADFF2EE}" srcOrd="0" destOrd="0" presId="urn:microsoft.com/office/officeart/2005/8/layout/vList2"/>
    <dgm:cxn modelId="{CBA5EBB3-7BE0-496C-91EE-4DF772DCCD1D}" srcId="{58E6CD60-706F-47A0-AA10-972BECF4DC20}" destId="{6C3CA92A-9B0B-477E-B790-A92C6DB60117}" srcOrd="0" destOrd="0" parTransId="{913D9EAD-523A-4A1E-B89F-AA042F7D2D38}" sibTransId="{7A9F1109-43FD-4F65-839B-F48232B793AD}"/>
    <dgm:cxn modelId="{AA7C1CB4-E0A1-47B4-80A6-3384483DA603}" type="presOf" srcId="{13EB70AD-75A5-48AD-939E-DECA2A9AF29C}" destId="{D0CD3FD1-A3AE-4C38-80CA-71A6712FDBEA}" srcOrd="0" destOrd="2" presId="urn:microsoft.com/office/officeart/2005/8/layout/vList2"/>
    <dgm:cxn modelId="{ECF030BE-D924-4107-84E4-7F08A7F78E68}" type="presOf" srcId="{FC96A2B0-361A-4418-B6FD-E0C0C35A238A}" destId="{FD5FFEB2-BC66-4F96-8539-79478C44545F}" srcOrd="0" destOrd="0" presId="urn:microsoft.com/office/officeart/2005/8/layout/vList2"/>
    <dgm:cxn modelId="{25294DCB-121D-444B-98FC-A6DDC32D8869}" srcId="{4321203D-FD4C-4D92-829F-8C1023B9EC13}" destId="{318A16B1-7378-4871-BDC1-6492F0B76339}" srcOrd="0" destOrd="0" parTransId="{88B4B101-7A6D-4452-855C-BE24E9D6EB44}" sibTransId="{42CE2BCC-7455-4520-82EB-2DD291683364}"/>
    <dgm:cxn modelId="{13139ECE-FADF-45F7-8AA2-0BD682F1B6E9}" srcId="{110A15F6-6F25-4B74-A7DA-36A09841400F}" destId="{FC96A2B0-361A-4418-B6FD-E0C0C35A238A}" srcOrd="0" destOrd="0" parTransId="{98934811-D9B7-4505-8DD4-70C341B66AB6}" sibTransId="{B35787DE-CD83-4A88-8879-CC76EFEEC890}"/>
    <dgm:cxn modelId="{7A4F33D5-777A-48D8-A03C-5897847643CF}" srcId="{4321203D-FD4C-4D92-829F-8C1023B9EC13}" destId="{8069288B-4C57-4E50-B3BE-B21CF7257FD7}" srcOrd="2" destOrd="0" parTransId="{25806ABB-4764-46D0-8070-3A8C41E98F32}" sibTransId="{876916EE-9AF5-44AE-9185-FC0225096822}"/>
    <dgm:cxn modelId="{46FE7DDC-05CF-4265-9CE2-499A7389978F}" srcId="{110A15F6-6F25-4B74-A7DA-36A09841400F}" destId="{4321203D-FD4C-4D92-829F-8C1023B9EC13}" srcOrd="2" destOrd="0" parTransId="{D933822B-D0D8-49FC-9CF6-FBF5E665921E}" sibTransId="{E5C26017-C875-4CBC-BC5B-858C696F3914}"/>
    <dgm:cxn modelId="{88FA9CDD-AA3E-4D55-8744-0AC83172ECAA}" type="presOf" srcId="{110A15F6-6F25-4B74-A7DA-36A09841400F}" destId="{E5CA23E7-6EA4-4D48-9774-11853D581705}" srcOrd="0" destOrd="0" presId="urn:microsoft.com/office/officeart/2005/8/layout/vList2"/>
    <dgm:cxn modelId="{4A6B19EA-CF46-4602-BF25-02EFF77C1490}" type="presOf" srcId="{6C3CA92A-9B0B-477E-B790-A92C6DB60117}" destId="{D0CD3FD1-A3AE-4C38-80CA-71A6712FDBEA}" srcOrd="0" destOrd="0" presId="urn:microsoft.com/office/officeart/2005/8/layout/vList2"/>
    <dgm:cxn modelId="{9AEA2BEF-2AA5-4EAB-B9AA-E7E411CCE8F6}" type="presOf" srcId="{A83072A6-AA48-4DB8-9CB7-306ABB7ADB18}" destId="{39EA71B7-B34A-42BA-896A-C91F18CF5CD5}" srcOrd="0" destOrd="1" presId="urn:microsoft.com/office/officeart/2005/8/layout/vList2"/>
    <dgm:cxn modelId="{8948DDF2-F708-441F-AB45-520BFC66C140}" srcId="{4321203D-FD4C-4D92-829F-8C1023B9EC13}" destId="{A83072A6-AA48-4DB8-9CB7-306ABB7ADB18}" srcOrd="1" destOrd="0" parTransId="{E9DA22C1-8DB1-4765-9CBF-A2299239EFDF}" sibTransId="{6342FB41-BEA6-4BEB-869E-E246FB5382C4}"/>
    <dgm:cxn modelId="{56DD36C6-9C0F-4C05-B880-F91052301182}" type="presParOf" srcId="{E5CA23E7-6EA4-4D48-9774-11853D581705}" destId="{FD5FFEB2-BC66-4F96-8539-79478C44545F}" srcOrd="0" destOrd="0" presId="urn:microsoft.com/office/officeart/2005/8/layout/vList2"/>
    <dgm:cxn modelId="{350DEDBA-E5A7-4178-9651-3A373864E8C4}" type="presParOf" srcId="{E5CA23E7-6EA4-4D48-9774-11853D581705}" destId="{5D051EB0-9835-4C4C-BCFC-7737FC324054}" srcOrd="1" destOrd="0" presId="urn:microsoft.com/office/officeart/2005/8/layout/vList2"/>
    <dgm:cxn modelId="{A0C08541-9A4C-4056-BB93-0A6CC9D1634E}" type="presParOf" srcId="{E5CA23E7-6EA4-4D48-9774-11853D581705}" destId="{6AAC7F76-85FC-45F7-BBCD-55DBBEE51104}" srcOrd="2" destOrd="0" presId="urn:microsoft.com/office/officeart/2005/8/layout/vList2"/>
    <dgm:cxn modelId="{1F884748-5150-469B-89FA-8B0107936159}" type="presParOf" srcId="{E5CA23E7-6EA4-4D48-9774-11853D581705}" destId="{D0CD3FD1-A3AE-4C38-80CA-71A6712FDBEA}" srcOrd="3" destOrd="0" presId="urn:microsoft.com/office/officeart/2005/8/layout/vList2"/>
    <dgm:cxn modelId="{318BBB8E-B4E1-4819-8465-B9481DC24371}" type="presParOf" srcId="{E5CA23E7-6EA4-4D48-9774-11853D581705}" destId="{BE304778-434B-4CF0-A57A-48075ADFF2EE}" srcOrd="4" destOrd="0" presId="urn:microsoft.com/office/officeart/2005/8/layout/vList2"/>
    <dgm:cxn modelId="{6F5C4BD3-6E32-472D-9394-344062D201D7}" type="presParOf" srcId="{E5CA23E7-6EA4-4D48-9774-11853D581705}" destId="{39EA71B7-B34A-42BA-896A-C91F18CF5CD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88EA9C-3ACE-4567-AD29-38BCA5BC3F51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F55D9FD-06F2-4343-B036-1129734DE06F}">
      <dgm:prSet/>
      <dgm:spPr/>
      <dgm:t>
        <a:bodyPr/>
        <a:lstStyle/>
        <a:p>
          <a:r>
            <a:rPr lang="en-US" b="1" i="0" baseline="0"/>
            <a:t>Conclusions:</a:t>
          </a:r>
          <a:endParaRPr lang="en-US"/>
        </a:p>
      </dgm:t>
    </dgm:pt>
    <dgm:pt modelId="{71C3E17A-2331-4D94-9F9B-AE0BBF4F5F9D}" type="parTrans" cxnId="{2AC6D74C-A875-4FF2-839C-5D3E36E2F329}">
      <dgm:prSet/>
      <dgm:spPr/>
      <dgm:t>
        <a:bodyPr/>
        <a:lstStyle/>
        <a:p>
          <a:endParaRPr lang="en-US"/>
        </a:p>
      </dgm:t>
    </dgm:pt>
    <dgm:pt modelId="{55F25872-7AB0-422E-82B9-E2305D7AC407}" type="sibTrans" cxnId="{2AC6D74C-A875-4FF2-839C-5D3E36E2F329}">
      <dgm:prSet/>
      <dgm:spPr/>
      <dgm:t>
        <a:bodyPr/>
        <a:lstStyle/>
        <a:p>
          <a:endParaRPr lang="en-US"/>
        </a:p>
      </dgm:t>
    </dgm:pt>
    <dgm:pt modelId="{450AA41D-BEF3-4778-A94D-61CC417F7CA5}">
      <dgm:prSet/>
      <dgm:spPr/>
      <dgm:t>
        <a:bodyPr/>
        <a:lstStyle/>
        <a:p>
          <a:r>
            <a:rPr lang="en-US" b="0" i="0" baseline="0"/>
            <a:t>BST is an efficient and effective choice for dynamic score management systems.</a:t>
          </a:r>
          <a:endParaRPr lang="en-US"/>
        </a:p>
      </dgm:t>
    </dgm:pt>
    <dgm:pt modelId="{21B949A0-0C8C-4D60-8C1F-400FACA9B1E2}" type="parTrans" cxnId="{CAD6E555-CF75-4BC1-880F-572723870DB8}">
      <dgm:prSet/>
      <dgm:spPr/>
      <dgm:t>
        <a:bodyPr/>
        <a:lstStyle/>
        <a:p>
          <a:endParaRPr lang="en-US"/>
        </a:p>
      </dgm:t>
    </dgm:pt>
    <dgm:pt modelId="{6A52B468-0F2C-4551-9119-474668CF4E0B}" type="sibTrans" cxnId="{CAD6E555-CF75-4BC1-880F-572723870DB8}">
      <dgm:prSet/>
      <dgm:spPr/>
      <dgm:t>
        <a:bodyPr/>
        <a:lstStyle/>
        <a:p>
          <a:endParaRPr lang="en-US"/>
        </a:p>
      </dgm:t>
    </dgm:pt>
    <dgm:pt modelId="{D68F3D03-D403-4C42-979B-786DCC17A7B2}">
      <dgm:prSet/>
      <dgm:spPr/>
      <dgm:t>
        <a:bodyPr/>
        <a:lstStyle/>
        <a:p>
          <a:r>
            <a:rPr lang="en-US" b="0" i="0" baseline="0"/>
            <a:t>The system can be extended to include additional features, such as file persistence and graphical interfaces.</a:t>
          </a:r>
          <a:endParaRPr lang="en-US"/>
        </a:p>
      </dgm:t>
    </dgm:pt>
    <dgm:pt modelId="{53FF1E63-65E7-4A8E-9FC5-61648FBF87B2}" type="parTrans" cxnId="{343225A8-B07B-4967-A297-3A10147A4EB4}">
      <dgm:prSet/>
      <dgm:spPr/>
      <dgm:t>
        <a:bodyPr/>
        <a:lstStyle/>
        <a:p>
          <a:endParaRPr lang="en-US"/>
        </a:p>
      </dgm:t>
    </dgm:pt>
    <dgm:pt modelId="{C686C9E6-6707-4BCC-9DE0-78669727110D}" type="sibTrans" cxnId="{343225A8-B07B-4967-A297-3A10147A4EB4}">
      <dgm:prSet/>
      <dgm:spPr/>
      <dgm:t>
        <a:bodyPr/>
        <a:lstStyle/>
        <a:p>
          <a:endParaRPr lang="en-US"/>
        </a:p>
      </dgm:t>
    </dgm:pt>
    <dgm:pt modelId="{C8080514-A5CD-4A37-AF18-97F0367EBCA8}" type="pres">
      <dgm:prSet presAssocID="{0D88EA9C-3ACE-4567-AD29-38BCA5BC3F51}" presName="outerComposite" presStyleCnt="0">
        <dgm:presLayoutVars>
          <dgm:chMax val="5"/>
          <dgm:dir/>
          <dgm:resizeHandles val="exact"/>
        </dgm:presLayoutVars>
      </dgm:prSet>
      <dgm:spPr/>
    </dgm:pt>
    <dgm:pt modelId="{B9140AC7-5FE3-49E2-8752-EC89582813F0}" type="pres">
      <dgm:prSet presAssocID="{0D88EA9C-3ACE-4567-AD29-38BCA5BC3F51}" presName="dummyMaxCanvas" presStyleCnt="0">
        <dgm:presLayoutVars/>
      </dgm:prSet>
      <dgm:spPr/>
    </dgm:pt>
    <dgm:pt modelId="{5D1D4765-E515-40ED-892D-424C0727CA31}" type="pres">
      <dgm:prSet presAssocID="{0D88EA9C-3ACE-4567-AD29-38BCA5BC3F51}" presName="ThreeNodes_1" presStyleLbl="node1" presStyleIdx="0" presStyleCnt="3">
        <dgm:presLayoutVars>
          <dgm:bulletEnabled val="1"/>
        </dgm:presLayoutVars>
      </dgm:prSet>
      <dgm:spPr/>
    </dgm:pt>
    <dgm:pt modelId="{C25F93C4-DA31-4132-A0E1-51B375196690}" type="pres">
      <dgm:prSet presAssocID="{0D88EA9C-3ACE-4567-AD29-38BCA5BC3F51}" presName="ThreeNodes_2" presStyleLbl="node1" presStyleIdx="1" presStyleCnt="3">
        <dgm:presLayoutVars>
          <dgm:bulletEnabled val="1"/>
        </dgm:presLayoutVars>
      </dgm:prSet>
      <dgm:spPr/>
    </dgm:pt>
    <dgm:pt modelId="{A3C8468F-C7EC-4BA8-9949-2C612820C33B}" type="pres">
      <dgm:prSet presAssocID="{0D88EA9C-3ACE-4567-AD29-38BCA5BC3F51}" presName="ThreeNodes_3" presStyleLbl="node1" presStyleIdx="2" presStyleCnt="3">
        <dgm:presLayoutVars>
          <dgm:bulletEnabled val="1"/>
        </dgm:presLayoutVars>
      </dgm:prSet>
      <dgm:spPr/>
    </dgm:pt>
    <dgm:pt modelId="{2BC079E9-D1E8-43DF-BFE8-2EC62EE47ABF}" type="pres">
      <dgm:prSet presAssocID="{0D88EA9C-3ACE-4567-AD29-38BCA5BC3F51}" presName="ThreeConn_1-2" presStyleLbl="fgAccFollowNode1" presStyleIdx="0" presStyleCnt="2">
        <dgm:presLayoutVars>
          <dgm:bulletEnabled val="1"/>
        </dgm:presLayoutVars>
      </dgm:prSet>
      <dgm:spPr/>
    </dgm:pt>
    <dgm:pt modelId="{7E07593C-413F-4A06-9603-72F05218F9DB}" type="pres">
      <dgm:prSet presAssocID="{0D88EA9C-3ACE-4567-AD29-38BCA5BC3F51}" presName="ThreeConn_2-3" presStyleLbl="fgAccFollowNode1" presStyleIdx="1" presStyleCnt="2">
        <dgm:presLayoutVars>
          <dgm:bulletEnabled val="1"/>
        </dgm:presLayoutVars>
      </dgm:prSet>
      <dgm:spPr/>
    </dgm:pt>
    <dgm:pt modelId="{7B090E6B-8972-435A-8154-A06B245B48AF}" type="pres">
      <dgm:prSet presAssocID="{0D88EA9C-3ACE-4567-AD29-38BCA5BC3F51}" presName="ThreeNodes_1_text" presStyleLbl="node1" presStyleIdx="2" presStyleCnt="3">
        <dgm:presLayoutVars>
          <dgm:bulletEnabled val="1"/>
        </dgm:presLayoutVars>
      </dgm:prSet>
      <dgm:spPr/>
    </dgm:pt>
    <dgm:pt modelId="{3707C12E-2F1C-432C-B15F-D56286AE6226}" type="pres">
      <dgm:prSet presAssocID="{0D88EA9C-3ACE-4567-AD29-38BCA5BC3F51}" presName="ThreeNodes_2_text" presStyleLbl="node1" presStyleIdx="2" presStyleCnt="3">
        <dgm:presLayoutVars>
          <dgm:bulletEnabled val="1"/>
        </dgm:presLayoutVars>
      </dgm:prSet>
      <dgm:spPr/>
    </dgm:pt>
    <dgm:pt modelId="{91C5AD3E-BEFE-4ADF-A50E-33334845AFC5}" type="pres">
      <dgm:prSet presAssocID="{0D88EA9C-3ACE-4567-AD29-38BCA5BC3F5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AC6D74C-A875-4FF2-839C-5D3E36E2F329}" srcId="{0D88EA9C-3ACE-4567-AD29-38BCA5BC3F51}" destId="{6F55D9FD-06F2-4343-B036-1129734DE06F}" srcOrd="0" destOrd="0" parTransId="{71C3E17A-2331-4D94-9F9B-AE0BBF4F5F9D}" sibTransId="{55F25872-7AB0-422E-82B9-E2305D7AC407}"/>
    <dgm:cxn modelId="{92DD336D-C633-4447-8C9D-9589622116DF}" type="presOf" srcId="{450AA41D-BEF3-4778-A94D-61CC417F7CA5}" destId="{3707C12E-2F1C-432C-B15F-D56286AE6226}" srcOrd="1" destOrd="0" presId="urn:microsoft.com/office/officeart/2005/8/layout/vProcess5"/>
    <dgm:cxn modelId="{326A464D-6C60-451D-9765-D11E837F872D}" type="presOf" srcId="{55F25872-7AB0-422E-82B9-E2305D7AC407}" destId="{2BC079E9-D1E8-43DF-BFE8-2EC62EE47ABF}" srcOrd="0" destOrd="0" presId="urn:microsoft.com/office/officeart/2005/8/layout/vProcess5"/>
    <dgm:cxn modelId="{FC66C153-A933-4B97-B7CE-DEA12AD6F5AD}" type="presOf" srcId="{6A52B468-0F2C-4551-9119-474668CF4E0B}" destId="{7E07593C-413F-4A06-9603-72F05218F9DB}" srcOrd="0" destOrd="0" presId="urn:microsoft.com/office/officeart/2005/8/layout/vProcess5"/>
    <dgm:cxn modelId="{CAD6E555-CF75-4BC1-880F-572723870DB8}" srcId="{0D88EA9C-3ACE-4567-AD29-38BCA5BC3F51}" destId="{450AA41D-BEF3-4778-A94D-61CC417F7CA5}" srcOrd="1" destOrd="0" parTransId="{21B949A0-0C8C-4D60-8C1F-400FACA9B1E2}" sibTransId="{6A52B468-0F2C-4551-9119-474668CF4E0B}"/>
    <dgm:cxn modelId="{343225A8-B07B-4967-A297-3A10147A4EB4}" srcId="{0D88EA9C-3ACE-4567-AD29-38BCA5BC3F51}" destId="{D68F3D03-D403-4C42-979B-786DCC17A7B2}" srcOrd="2" destOrd="0" parTransId="{53FF1E63-65E7-4A8E-9FC5-61648FBF87B2}" sibTransId="{C686C9E6-6707-4BCC-9DE0-78669727110D}"/>
    <dgm:cxn modelId="{11D265AF-CE80-4CE8-A6CF-4ABC00268291}" type="presOf" srcId="{6F55D9FD-06F2-4343-B036-1129734DE06F}" destId="{5D1D4765-E515-40ED-892D-424C0727CA31}" srcOrd="0" destOrd="0" presId="urn:microsoft.com/office/officeart/2005/8/layout/vProcess5"/>
    <dgm:cxn modelId="{D39002B6-6449-49F3-8516-107BED1EE604}" type="presOf" srcId="{D68F3D03-D403-4C42-979B-786DCC17A7B2}" destId="{A3C8468F-C7EC-4BA8-9949-2C612820C33B}" srcOrd="0" destOrd="0" presId="urn:microsoft.com/office/officeart/2005/8/layout/vProcess5"/>
    <dgm:cxn modelId="{EC270ED6-1691-4193-B1F3-E6393E0D7844}" type="presOf" srcId="{6F55D9FD-06F2-4343-B036-1129734DE06F}" destId="{7B090E6B-8972-435A-8154-A06B245B48AF}" srcOrd="1" destOrd="0" presId="urn:microsoft.com/office/officeart/2005/8/layout/vProcess5"/>
    <dgm:cxn modelId="{119967D8-791F-4D14-8937-33B8C4BC143E}" type="presOf" srcId="{0D88EA9C-3ACE-4567-AD29-38BCA5BC3F51}" destId="{C8080514-A5CD-4A37-AF18-97F0367EBCA8}" srcOrd="0" destOrd="0" presId="urn:microsoft.com/office/officeart/2005/8/layout/vProcess5"/>
    <dgm:cxn modelId="{104D7DEB-411F-410F-92A4-8DF53841480E}" type="presOf" srcId="{D68F3D03-D403-4C42-979B-786DCC17A7B2}" destId="{91C5AD3E-BEFE-4ADF-A50E-33334845AFC5}" srcOrd="1" destOrd="0" presId="urn:microsoft.com/office/officeart/2005/8/layout/vProcess5"/>
    <dgm:cxn modelId="{2F4CDBEB-2263-4DE9-8BE1-36C417F6442B}" type="presOf" srcId="{450AA41D-BEF3-4778-A94D-61CC417F7CA5}" destId="{C25F93C4-DA31-4132-A0E1-51B375196690}" srcOrd="0" destOrd="0" presId="urn:microsoft.com/office/officeart/2005/8/layout/vProcess5"/>
    <dgm:cxn modelId="{E1B428A1-7DCE-4477-BC41-BD21A884A73E}" type="presParOf" srcId="{C8080514-A5CD-4A37-AF18-97F0367EBCA8}" destId="{B9140AC7-5FE3-49E2-8752-EC89582813F0}" srcOrd="0" destOrd="0" presId="urn:microsoft.com/office/officeart/2005/8/layout/vProcess5"/>
    <dgm:cxn modelId="{33400314-60D4-4E21-86A3-79AE8259C9BE}" type="presParOf" srcId="{C8080514-A5CD-4A37-AF18-97F0367EBCA8}" destId="{5D1D4765-E515-40ED-892D-424C0727CA31}" srcOrd="1" destOrd="0" presId="urn:microsoft.com/office/officeart/2005/8/layout/vProcess5"/>
    <dgm:cxn modelId="{B5EE9318-E330-45FD-A7BC-94688C4222D2}" type="presParOf" srcId="{C8080514-A5CD-4A37-AF18-97F0367EBCA8}" destId="{C25F93C4-DA31-4132-A0E1-51B375196690}" srcOrd="2" destOrd="0" presId="urn:microsoft.com/office/officeart/2005/8/layout/vProcess5"/>
    <dgm:cxn modelId="{60BB4D6F-541A-4F32-94A5-473B8CFC623F}" type="presParOf" srcId="{C8080514-A5CD-4A37-AF18-97F0367EBCA8}" destId="{A3C8468F-C7EC-4BA8-9949-2C612820C33B}" srcOrd="3" destOrd="0" presId="urn:microsoft.com/office/officeart/2005/8/layout/vProcess5"/>
    <dgm:cxn modelId="{D0002864-0A18-466A-8645-40268CB18D63}" type="presParOf" srcId="{C8080514-A5CD-4A37-AF18-97F0367EBCA8}" destId="{2BC079E9-D1E8-43DF-BFE8-2EC62EE47ABF}" srcOrd="4" destOrd="0" presId="urn:microsoft.com/office/officeart/2005/8/layout/vProcess5"/>
    <dgm:cxn modelId="{FF1120D8-53FA-490F-863A-DF880D0B7B95}" type="presParOf" srcId="{C8080514-A5CD-4A37-AF18-97F0367EBCA8}" destId="{7E07593C-413F-4A06-9603-72F05218F9DB}" srcOrd="5" destOrd="0" presId="urn:microsoft.com/office/officeart/2005/8/layout/vProcess5"/>
    <dgm:cxn modelId="{6D2107BC-4562-4E5E-B149-91540D128D90}" type="presParOf" srcId="{C8080514-A5CD-4A37-AF18-97F0367EBCA8}" destId="{7B090E6B-8972-435A-8154-A06B245B48AF}" srcOrd="6" destOrd="0" presId="urn:microsoft.com/office/officeart/2005/8/layout/vProcess5"/>
    <dgm:cxn modelId="{FAFBF2B2-567F-463B-BA8A-638CA44DF34F}" type="presParOf" srcId="{C8080514-A5CD-4A37-AF18-97F0367EBCA8}" destId="{3707C12E-2F1C-432C-B15F-D56286AE6226}" srcOrd="7" destOrd="0" presId="urn:microsoft.com/office/officeart/2005/8/layout/vProcess5"/>
    <dgm:cxn modelId="{4B66B85B-6D47-4A16-A2E6-0810E00F89A9}" type="presParOf" srcId="{C8080514-A5CD-4A37-AF18-97F0367EBCA8}" destId="{91C5AD3E-BEFE-4ADF-A50E-33334845AFC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94BC3C-F6A4-410E-B770-A5F0FA63629F}">
      <dsp:nvSpPr>
        <dsp:cNvPr id="0" name=""/>
        <dsp:cNvSpPr/>
      </dsp:nvSpPr>
      <dsp:spPr>
        <a:xfrm>
          <a:off x="0" y="265306"/>
          <a:ext cx="6151830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Problem Statement:</a:t>
          </a:r>
          <a:endParaRPr lang="en-US" sz="3100" kern="1200" dirty="0"/>
        </a:p>
      </dsp:txBody>
      <dsp:txXfrm>
        <a:off x="36296" y="301602"/>
        <a:ext cx="6079238" cy="670943"/>
      </dsp:txXfrm>
    </dsp:sp>
    <dsp:sp modelId="{7B0D6689-7AC0-47C5-A858-C676DA41F391}">
      <dsp:nvSpPr>
        <dsp:cNvPr id="0" name=""/>
        <dsp:cNvSpPr/>
      </dsp:nvSpPr>
      <dsp:spPr>
        <a:xfrm>
          <a:off x="0" y="1008841"/>
          <a:ext cx="6151830" cy="2181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321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Need for a system to efficiently manage player scores, enabling quick addition, updates, and searches.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Requirement for ranking players and retrieving data based on specific criteria (e.g., name or ID).</a:t>
          </a:r>
        </a:p>
      </dsp:txBody>
      <dsp:txXfrm>
        <a:off x="0" y="1008841"/>
        <a:ext cx="6151830" cy="2181780"/>
      </dsp:txXfrm>
    </dsp:sp>
    <dsp:sp modelId="{19342EBF-CB16-4AE5-8BE8-872E2C9FFB16}">
      <dsp:nvSpPr>
        <dsp:cNvPr id="0" name=""/>
        <dsp:cNvSpPr/>
      </dsp:nvSpPr>
      <dsp:spPr>
        <a:xfrm>
          <a:off x="0" y="3190621"/>
          <a:ext cx="6151830" cy="743535"/>
        </a:xfrm>
        <a:prstGeom prst="roundRect">
          <a:avLst/>
        </a:prstGeom>
        <a:solidFill>
          <a:schemeClr val="accent2">
            <a:hueOff val="-1525299"/>
            <a:satOff val="-418"/>
            <a:lumOff val="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Significance:</a:t>
          </a:r>
          <a:endParaRPr lang="en-US" sz="3100" kern="1200"/>
        </a:p>
      </dsp:txBody>
      <dsp:txXfrm>
        <a:off x="36296" y="3226917"/>
        <a:ext cx="6079238" cy="670943"/>
      </dsp:txXfrm>
    </dsp:sp>
    <dsp:sp modelId="{36A9E28C-97E5-4A77-B1E2-EB252A38FB64}">
      <dsp:nvSpPr>
        <dsp:cNvPr id="0" name=""/>
        <dsp:cNvSpPr/>
      </dsp:nvSpPr>
      <dsp:spPr>
        <a:xfrm>
          <a:off x="0" y="3934156"/>
          <a:ext cx="6151830" cy="1507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321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Provides a structured, scalable solution for maintaining player performance.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Facilitates leaderboard generation and dynamic score updates in real-time.</a:t>
          </a:r>
        </a:p>
      </dsp:txBody>
      <dsp:txXfrm>
        <a:off x="0" y="3934156"/>
        <a:ext cx="6151830" cy="15079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D14D8-2998-4A66-B6D0-5EE1FA8FD09B}">
      <dsp:nvSpPr>
        <dsp:cNvPr id="0" name=""/>
        <dsp:cNvSpPr/>
      </dsp:nvSpPr>
      <dsp:spPr>
        <a:xfrm>
          <a:off x="7485319" y="1079860"/>
          <a:ext cx="1038780" cy="4943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895"/>
              </a:lnTo>
              <a:lnTo>
                <a:pt x="1038780" y="336895"/>
              </a:lnTo>
              <a:lnTo>
                <a:pt x="1038780" y="4943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576E30-EAE8-4D17-927A-7C015B979B79}">
      <dsp:nvSpPr>
        <dsp:cNvPr id="0" name=""/>
        <dsp:cNvSpPr/>
      </dsp:nvSpPr>
      <dsp:spPr>
        <a:xfrm>
          <a:off x="6446538" y="1079860"/>
          <a:ext cx="1038780" cy="494365"/>
        </a:xfrm>
        <a:custGeom>
          <a:avLst/>
          <a:gdLst/>
          <a:ahLst/>
          <a:cxnLst/>
          <a:rect l="0" t="0" r="0" b="0"/>
          <a:pathLst>
            <a:path>
              <a:moveTo>
                <a:pt x="1038780" y="0"/>
              </a:moveTo>
              <a:lnTo>
                <a:pt x="1038780" y="336895"/>
              </a:lnTo>
              <a:lnTo>
                <a:pt x="0" y="336895"/>
              </a:lnTo>
              <a:lnTo>
                <a:pt x="0" y="4943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6D1CC-7C23-41D5-9F6F-AC41C941653D}">
      <dsp:nvSpPr>
        <dsp:cNvPr id="0" name=""/>
        <dsp:cNvSpPr/>
      </dsp:nvSpPr>
      <dsp:spPr>
        <a:xfrm>
          <a:off x="4368977" y="2653612"/>
          <a:ext cx="2077561" cy="4943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895"/>
              </a:lnTo>
              <a:lnTo>
                <a:pt x="2077561" y="336895"/>
              </a:lnTo>
              <a:lnTo>
                <a:pt x="2077561" y="4943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B2818F-A899-4F90-BC5E-178A24A7591A}">
      <dsp:nvSpPr>
        <dsp:cNvPr id="0" name=""/>
        <dsp:cNvSpPr/>
      </dsp:nvSpPr>
      <dsp:spPr>
        <a:xfrm>
          <a:off x="4323257" y="2653612"/>
          <a:ext cx="91440" cy="4943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43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1123FC-FA9F-4845-A88D-6C879855F8C9}">
      <dsp:nvSpPr>
        <dsp:cNvPr id="0" name=""/>
        <dsp:cNvSpPr/>
      </dsp:nvSpPr>
      <dsp:spPr>
        <a:xfrm>
          <a:off x="2291416" y="2653612"/>
          <a:ext cx="2077561" cy="494365"/>
        </a:xfrm>
        <a:custGeom>
          <a:avLst/>
          <a:gdLst/>
          <a:ahLst/>
          <a:cxnLst/>
          <a:rect l="0" t="0" r="0" b="0"/>
          <a:pathLst>
            <a:path>
              <a:moveTo>
                <a:pt x="2077561" y="0"/>
              </a:moveTo>
              <a:lnTo>
                <a:pt x="2077561" y="336895"/>
              </a:lnTo>
              <a:lnTo>
                <a:pt x="0" y="336895"/>
              </a:lnTo>
              <a:lnTo>
                <a:pt x="0" y="4943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15CEBB-084C-4D75-95E6-93BC195EAC06}">
      <dsp:nvSpPr>
        <dsp:cNvPr id="0" name=""/>
        <dsp:cNvSpPr/>
      </dsp:nvSpPr>
      <dsp:spPr>
        <a:xfrm>
          <a:off x="3330196" y="1079860"/>
          <a:ext cx="1038780" cy="4943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895"/>
              </a:lnTo>
              <a:lnTo>
                <a:pt x="1038780" y="336895"/>
              </a:lnTo>
              <a:lnTo>
                <a:pt x="1038780" y="4943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A9DAB8-DA13-4961-8102-2C30B7DE9A15}">
      <dsp:nvSpPr>
        <dsp:cNvPr id="0" name=""/>
        <dsp:cNvSpPr/>
      </dsp:nvSpPr>
      <dsp:spPr>
        <a:xfrm>
          <a:off x="2291416" y="1079860"/>
          <a:ext cx="1038780" cy="494365"/>
        </a:xfrm>
        <a:custGeom>
          <a:avLst/>
          <a:gdLst/>
          <a:ahLst/>
          <a:cxnLst/>
          <a:rect l="0" t="0" r="0" b="0"/>
          <a:pathLst>
            <a:path>
              <a:moveTo>
                <a:pt x="1038780" y="0"/>
              </a:moveTo>
              <a:lnTo>
                <a:pt x="1038780" y="336895"/>
              </a:lnTo>
              <a:lnTo>
                <a:pt x="0" y="336895"/>
              </a:lnTo>
              <a:lnTo>
                <a:pt x="0" y="4943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33D3FF-7166-49ED-9EE7-7E003C6AC39D}">
      <dsp:nvSpPr>
        <dsp:cNvPr id="0" name=""/>
        <dsp:cNvSpPr/>
      </dsp:nvSpPr>
      <dsp:spPr>
        <a:xfrm>
          <a:off x="2480285" y="472"/>
          <a:ext cx="1699822" cy="10793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01E121-E620-48D6-8A32-9F74DC4DF1C6}">
      <dsp:nvSpPr>
        <dsp:cNvPr id="0" name=""/>
        <dsp:cNvSpPr/>
      </dsp:nvSpPr>
      <dsp:spPr>
        <a:xfrm>
          <a:off x="2669154" y="179898"/>
          <a:ext cx="1699822" cy="1079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Approach:</a:t>
          </a:r>
          <a:endParaRPr lang="en-US" sz="1300" kern="1200"/>
        </a:p>
      </dsp:txBody>
      <dsp:txXfrm>
        <a:off x="2700768" y="211512"/>
        <a:ext cx="1636594" cy="1016159"/>
      </dsp:txXfrm>
    </dsp:sp>
    <dsp:sp modelId="{A8EB5B36-3F1D-49C9-A674-F21C868347AF}">
      <dsp:nvSpPr>
        <dsp:cNvPr id="0" name=""/>
        <dsp:cNvSpPr/>
      </dsp:nvSpPr>
      <dsp:spPr>
        <a:xfrm>
          <a:off x="1441504" y="1574225"/>
          <a:ext cx="1699822" cy="10793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300B1-5DE8-488C-864C-4C3C3417A6DF}">
      <dsp:nvSpPr>
        <dsp:cNvPr id="0" name=""/>
        <dsp:cNvSpPr/>
      </dsp:nvSpPr>
      <dsp:spPr>
        <a:xfrm>
          <a:off x="1630373" y="1753651"/>
          <a:ext cx="1699822" cy="1079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Utilize a Binary Search Tree (BST) to store and manage player data.</a:t>
          </a:r>
        </a:p>
      </dsp:txBody>
      <dsp:txXfrm>
        <a:off x="1661987" y="1785265"/>
        <a:ext cx="1636594" cy="1016159"/>
      </dsp:txXfrm>
    </dsp:sp>
    <dsp:sp modelId="{395B1D91-E03F-4F99-836C-CE656EBE96DA}">
      <dsp:nvSpPr>
        <dsp:cNvPr id="0" name=""/>
        <dsp:cNvSpPr/>
      </dsp:nvSpPr>
      <dsp:spPr>
        <a:xfrm>
          <a:off x="3519065" y="1574225"/>
          <a:ext cx="1699822" cy="10793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5F0DE-BEFF-4B10-AB70-18B7A35847A6}">
      <dsp:nvSpPr>
        <dsp:cNvPr id="0" name=""/>
        <dsp:cNvSpPr/>
      </dsp:nvSpPr>
      <dsp:spPr>
        <a:xfrm>
          <a:off x="3707935" y="1753651"/>
          <a:ext cx="1699822" cy="1079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Each node represents a player with the following attributes:</a:t>
          </a:r>
        </a:p>
      </dsp:txBody>
      <dsp:txXfrm>
        <a:off x="3739549" y="1785265"/>
        <a:ext cx="1636594" cy="1016159"/>
      </dsp:txXfrm>
    </dsp:sp>
    <dsp:sp modelId="{CAC1DAAB-2F81-4481-9EB4-99D7ED9821F5}">
      <dsp:nvSpPr>
        <dsp:cNvPr id="0" name=""/>
        <dsp:cNvSpPr/>
      </dsp:nvSpPr>
      <dsp:spPr>
        <a:xfrm>
          <a:off x="1441504" y="3147978"/>
          <a:ext cx="1699822" cy="10793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25D52-8035-4B38-A1F1-D3A09F36BB6E}">
      <dsp:nvSpPr>
        <dsp:cNvPr id="0" name=""/>
        <dsp:cNvSpPr/>
      </dsp:nvSpPr>
      <dsp:spPr>
        <a:xfrm>
          <a:off x="1630373" y="3327403"/>
          <a:ext cx="1699822" cy="1079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Player ID</a:t>
          </a:r>
        </a:p>
      </dsp:txBody>
      <dsp:txXfrm>
        <a:off x="1661987" y="3359017"/>
        <a:ext cx="1636594" cy="1016159"/>
      </dsp:txXfrm>
    </dsp:sp>
    <dsp:sp modelId="{40FBBE69-1E72-46F8-8564-29839033A3CA}">
      <dsp:nvSpPr>
        <dsp:cNvPr id="0" name=""/>
        <dsp:cNvSpPr/>
      </dsp:nvSpPr>
      <dsp:spPr>
        <a:xfrm>
          <a:off x="3519065" y="3147978"/>
          <a:ext cx="1699822" cy="10793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DA164-6864-4981-AB72-8A053CFDEA64}">
      <dsp:nvSpPr>
        <dsp:cNvPr id="0" name=""/>
        <dsp:cNvSpPr/>
      </dsp:nvSpPr>
      <dsp:spPr>
        <a:xfrm>
          <a:off x="3707935" y="3327403"/>
          <a:ext cx="1699822" cy="1079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Player Name</a:t>
          </a:r>
        </a:p>
      </dsp:txBody>
      <dsp:txXfrm>
        <a:off x="3739549" y="3359017"/>
        <a:ext cx="1636594" cy="1016159"/>
      </dsp:txXfrm>
    </dsp:sp>
    <dsp:sp modelId="{1C219A4D-758F-4B62-A247-053A901932A4}">
      <dsp:nvSpPr>
        <dsp:cNvPr id="0" name=""/>
        <dsp:cNvSpPr/>
      </dsp:nvSpPr>
      <dsp:spPr>
        <a:xfrm>
          <a:off x="5596627" y="3147978"/>
          <a:ext cx="1699822" cy="10793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4CA96-966E-4E2E-918C-C87528FE5724}">
      <dsp:nvSpPr>
        <dsp:cNvPr id="0" name=""/>
        <dsp:cNvSpPr/>
      </dsp:nvSpPr>
      <dsp:spPr>
        <a:xfrm>
          <a:off x="5785496" y="3327403"/>
          <a:ext cx="1699822" cy="1079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Player Score</a:t>
          </a:r>
        </a:p>
      </dsp:txBody>
      <dsp:txXfrm>
        <a:off x="5817110" y="3359017"/>
        <a:ext cx="1636594" cy="1016159"/>
      </dsp:txXfrm>
    </dsp:sp>
    <dsp:sp modelId="{477E3948-252A-4552-8C4C-CC96BA2969D5}">
      <dsp:nvSpPr>
        <dsp:cNvPr id="0" name=""/>
        <dsp:cNvSpPr/>
      </dsp:nvSpPr>
      <dsp:spPr>
        <a:xfrm>
          <a:off x="6635407" y="472"/>
          <a:ext cx="1699822" cy="10793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72B48-903C-438E-9E87-0576445F843C}">
      <dsp:nvSpPr>
        <dsp:cNvPr id="0" name=""/>
        <dsp:cNvSpPr/>
      </dsp:nvSpPr>
      <dsp:spPr>
        <a:xfrm>
          <a:off x="6824276" y="179898"/>
          <a:ext cx="1699822" cy="1079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Why BST?</a:t>
          </a:r>
          <a:endParaRPr lang="en-US" sz="1300" kern="1200"/>
        </a:p>
      </dsp:txBody>
      <dsp:txXfrm>
        <a:off x="6855890" y="211512"/>
        <a:ext cx="1636594" cy="1016159"/>
      </dsp:txXfrm>
    </dsp:sp>
    <dsp:sp modelId="{9B9CE7CE-A563-48DA-B538-7FBF0932483D}">
      <dsp:nvSpPr>
        <dsp:cNvPr id="0" name=""/>
        <dsp:cNvSpPr/>
      </dsp:nvSpPr>
      <dsp:spPr>
        <a:xfrm>
          <a:off x="5596627" y="1574225"/>
          <a:ext cx="1699822" cy="10793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59CC5-BDD0-4B3C-B115-898B9A16D475}">
      <dsp:nvSpPr>
        <dsp:cNvPr id="0" name=""/>
        <dsp:cNvSpPr/>
      </dsp:nvSpPr>
      <dsp:spPr>
        <a:xfrm>
          <a:off x="5785496" y="1753651"/>
          <a:ext cx="1699822" cy="1079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Efficient insertion, deletion, and search operations with average O(log n) complexity.</a:t>
          </a:r>
        </a:p>
      </dsp:txBody>
      <dsp:txXfrm>
        <a:off x="5817110" y="1785265"/>
        <a:ext cx="1636594" cy="1016159"/>
      </dsp:txXfrm>
    </dsp:sp>
    <dsp:sp modelId="{B5406BEF-BFF6-4785-92D5-594A3EBDD336}">
      <dsp:nvSpPr>
        <dsp:cNvPr id="0" name=""/>
        <dsp:cNvSpPr/>
      </dsp:nvSpPr>
      <dsp:spPr>
        <a:xfrm>
          <a:off x="7674188" y="1574225"/>
          <a:ext cx="1699822" cy="10793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8ECEF-B0DE-4847-98AE-D4F97FBAF27A}">
      <dsp:nvSpPr>
        <dsp:cNvPr id="0" name=""/>
        <dsp:cNvSpPr/>
      </dsp:nvSpPr>
      <dsp:spPr>
        <a:xfrm>
          <a:off x="7863057" y="1753651"/>
          <a:ext cx="1699822" cy="10793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Natural support for sorting data in ascending or descending order.</a:t>
          </a:r>
        </a:p>
      </dsp:txBody>
      <dsp:txXfrm>
        <a:off x="7894671" y="1785265"/>
        <a:ext cx="1636594" cy="10161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B7E7BC-1CE8-4543-BDAB-3592434A5B1F}">
      <dsp:nvSpPr>
        <dsp:cNvPr id="0" name=""/>
        <dsp:cNvSpPr/>
      </dsp:nvSpPr>
      <dsp:spPr>
        <a:xfrm>
          <a:off x="1263371" y="708417"/>
          <a:ext cx="1006760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A7137-4F7E-41CD-AA35-12D080AB6F94}">
      <dsp:nvSpPr>
        <dsp:cNvPr id="0" name=""/>
        <dsp:cNvSpPr/>
      </dsp:nvSpPr>
      <dsp:spPr>
        <a:xfrm>
          <a:off x="2330538" y="623799"/>
          <a:ext cx="115777" cy="217613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6B168-809B-44AC-A93B-10F34566BA6B}">
      <dsp:nvSpPr>
        <dsp:cNvPr id="0" name=""/>
        <dsp:cNvSpPr/>
      </dsp:nvSpPr>
      <dsp:spPr>
        <a:xfrm>
          <a:off x="615676" y="186603"/>
          <a:ext cx="1043700" cy="10437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01" tIns="40501" rIns="40501" bIns="40501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768522" y="339449"/>
        <a:ext cx="738008" cy="738008"/>
      </dsp:txXfrm>
    </dsp:sp>
    <dsp:sp modelId="{BC2CD361-8775-478B-89AF-7C6CAA6B7708}">
      <dsp:nvSpPr>
        <dsp:cNvPr id="0" name=""/>
        <dsp:cNvSpPr/>
      </dsp:nvSpPr>
      <dsp:spPr>
        <a:xfrm>
          <a:off x="4920" y="1395900"/>
          <a:ext cx="226521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682" tIns="165100" rIns="17868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Maintain Player Scores: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Store player data in a hierarchical structure using a BST.</a:t>
          </a:r>
        </a:p>
      </dsp:txBody>
      <dsp:txXfrm>
        <a:off x="4920" y="1789020"/>
        <a:ext cx="2265211" cy="1572480"/>
      </dsp:txXfrm>
    </dsp:sp>
    <dsp:sp modelId="{F3FE71A5-0542-4473-B174-D3E408072638}">
      <dsp:nvSpPr>
        <dsp:cNvPr id="0" name=""/>
        <dsp:cNvSpPr/>
      </dsp:nvSpPr>
      <dsp:spPr>
        <a:xfrm>
          <a:off x="2521822" y="708375"/>
          <a:ext cx="2265211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427E3-65C2-47F6-B265-3FE516C00DA1}">
      <dsp:nvSpPr>
        <dsp:cNvPr id="0" name=""/>
        <dsp:cNvSpPr/>
      </dsp:nvSpPr>
      <dsp:spPr>
        <a:xfrm>
          <a:off x="4847440" y="623761"/>
          <a:ext cx="115777" cy="217664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90793-29D3-41AC-B4BE-CB4B7880E14E}">
      <dsp:nvSpPr>
        <dsp:cNvPr id="0" name=""/>
        <dsp:cNvSpPr/>
      </dsp:nvSpPr>
      <dsp:spPr>
        <a:xfrm>
          <a:off x="3132578" y="186561"/>
          <a:ext cx="1043700" cy="10437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01" tIns="40501" rIns="40501" bIns="40501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3285424" y="339407"/>
        <a:ext cx="738008" cy="738008"/>
      </dsp:txXfrm>
    </dsp:sp>
    <dsp:sp modelId="{095EA59D-3947-428C-BAE9-1F916C1E461E}">
      <dsp:nvSpPr>
        <dsp:cNvPr id="0" name=""/>
        <dsp:cNvSpPr/>
      </dsp:nvSpPr>
      <dsp:spPr>
        <a:xfrm>
          <a:off x="2521822" y="1395855"/>
          <a:ext cx="226521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682" tIns="165100" rIns="178682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Add/Remove/Update Scores: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Insert new players.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Delete player entries.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Update player scores dynamically.</a:t>
          </a:r>
        </a:p>
      </dsp:txBody>
      <dsp:txXfrm>
        <a:off x="2521822" y="1788975"/>
        <a:ext cx="2265211" cy="1572480"/>
      </dsp:txXfrm>
    </dsp:sp>
    <dsp:sp modelId="{29D0B864-946A-44A2-9D90-6452E1A92342}">
      <dsp:nvSpPr>
        <dsp:cNvPr id="0" name=""/>
        <dsp:cNvSpPr/>
      </dsp:nvSpPr>
      <dsp:spPr>
        <a:xfrm>
          <a:off x="5038725" y="708395"/>
          <a:ext cx="2265211" cy="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C0148-BEC7-450B-BFF5-52EE8CFC148A}">
      <dsp:nvSpPr>
        <dsp:cNvPr id="0" name=""/>
        <dsp:cNvSpPr/>
      </dsp:nvSpPr>
      <dsp:spPr>
        <a:xfrm>
          <a:off x="7364342" y="623777"/>
          <a:ext cx="115777" cy="217681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63AAE7-AA24-417E-B840-79ECE6CEF51F}">
      <dsp:nvSpPr>
        <dsp:cNvPr id="0" name=""/>
        <dsp:cNvSpPr/>
      </dsp:nvSpPr>
      <dsp:spPr>
        <a:xfrm>
          <a:off x="5649480" y="186580"/>
          <a:ext cx="1043700" cy="10437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01" tIns="40501" rIns="40501" bIns="40501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5802326" y="339426"/>
        <a:ext cx="738008" cy="738008"/>
      </dsp:txXfrm>
    </dsp:sp>
    <dsp:sp modelId="{A9A9F914-73D2-4658-B5F7-4111F9B97BA8}">
      <dsp:nvSpPr>
        <dsp:cNvPr id="0" name=""/>
        <dsp:cNvSpPr/>
      </dsp:nvSpPr>
      <dsp:spPr>
        <a:xfrm>
          <a:off x="5038725" y="1395900"/>
          <a:ext cx="226521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682" tIns="165100" rIns="178682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Display Leaderboard: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Retrieve top players in descending order of scores</a:t>
          </a:r>
          <a:r>
            <a:rPr lang="en-US" sz="1100" kern="1200" dirty="0"/>
            <a:t>.</a:t>
          </a:r>
        </a:p>
      </dsp:txBody>
      <dsp:txXfrm>
        <a:off x="5038725" y="1789020"/>
        <a:ext cx="2265211" cy="1572480"/>
      </dsp:txXfrm>
    </dsp:sp>
    <dsp:sp modelId="{AF56D20E-A97B-433F-94A6-0E3DCC64E8EF}">
      <dsp:nvSpPr>
        <dsp:cNvPr id="0" name=""/>
        <dsp:cNvSpPr/>
      </dsp:nvSpPr>
      <dsp:spPr>
        <a:xfrm>
          <a:off x="7555627" y="708395"/>
          <a:ext cx="1132605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8A0C4-EA6F-4C86-87B8-4DC37C9C34ED}">
      <dsp:nvSpPr>
        <dsp:cNvPr id="0" name=""/>
        <dsp:cNvSpPr/>
      </dsp:nvSpPr>
      <dsp:spPr>
        <a:xfrm>
          <a:off x="8166383" y="186580"/>
          <a:ext cx="1043700" cy="10437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501" tIns="40501" rIns="40501" bIns="40501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4</a:t>
          </a:r>
        </a:p>
      </dsp:txBody>
      <dsp:txXfrm>
        <a:off x="8319229" y="339426"/>
        <a:ext cx="738008" cy="738008"/>
      </dsp:txXfrm>
    </dsp:sp>
    <dsp:sp modelId="{ABBE1448-D8C1-48B5-8FEE-09F0C77737CF}">
      <dsp:nvSpPr>
        <dsp:cNvPr id="0" name=""/>
        <dsp:cNvSpPr/>
      </dsp:nvSpPr>
      <dsp:spPr>
        <a:xfrm>
          <a:off x="7555627" y="1395900"/>
          <a:ext cx="226521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682" tIns="165100" rIns="178682" bIns="1651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Search for Players:</a:t>
          </a:r>
          <a:endParaRPr lang="en-US" sz="26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Find players by ID or name for quick access</a:t>
          </a:r>
          <a:r>
            <a:rPr lang="en-US" sz="1300" kern="1200" dirty="0"/>
            <a:t>.</a:t>
          </a:r>
        </a:p>
      </dsp:txBody>
      <dsp:txXfrm>
        <a:off x="7555627" y="1789020"/>
        <a:ext cx="2265211" cy="15724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FFEB2-BC66-4F96-8539-79478C44545F}">
      <dsp:nvSpPr>
        <dsp:cNvPr id="0" name=""/>
        <dsp:cNvSpPr/>
      </dsp:nvSpPr>
      <dsp:spPr>
        <a:xfrm>
          <a:off x="0" y="37213"/>
          <a:ext cx="6449246" cy="9534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Results:</a:t>
          </a:r>
          <a:endParaRPr lang="en-US" sz="2400" kern="1200"/>
        </a:p>
      </dsp:txBody>
      <dsp:txXfrm>
        <a:off x="46541" y="83754"/>
        <a:ext cx="6356164" cy="860321"/>
      </dsp:txXfrm>
    </dsp:sp>
    <dsp:sp modelId="{6AAC7F76-85FC-45F7-BBCD-55DBBEE51104}">
      <dsp:nvSpPr>
        <dsp:cNvPr id="0" name=""/>
        <dsp:cNvSpPr/>
      </dsp:nvSpPr>
      <dsp:spPr>
        <a:xfrm>
          <a:off x="0" y="1059737"/>
          <a:ext cx="6449246" cy="953403"/>
        </a:xfrm>
        <a:prstGeom prst="roundRect">
          <a:avLst/>
        </a:prstGeom>
        <a:solidFill>
          <a:schemeClr val="accent2">
            <a:hueOff val="-762650"/>
            <a:satOff val="-209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Successfully implemented the following functionalities:</a:t>
          </a:r>
          <a:endParaRPr lang="en-US" sz="2400" kern="1200"/>
        </a:p>
      </dsp:txBody>
      <dsp:txXfrm>
        <a:off x="46541" y="1106278"/>
        <a:ext cx="6356164" cy="860321"/>
      </dsp:txXfrm>
    </dsp:sp>
    <dsp:sp modelId="{D0CD3FD1-A3AE-4C38-80CA-71A6712FDBEA}">
      <dsp:nvSpPr>
        <dsp:cNvPr id="0" name=""/>
        <dsp:cNvSpPr/>
      </dsp:nvSpPr>
      <dsp:spPr>
        <a:xfrm>
          <a:off x="0" y="2013140"/>
          <a:ext cx="6449246" cy="1515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7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Added and displayed player data for over 15 test entries.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Demonstrated edge case handling for invalid input, duplicate scores, and empty data.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Generated a descending order leaderboard.</a:t>
          </a:r>
          <a:endParaRPr lang="en-US" sz="1900" kern="1200"/>
        </a:p>
      </dsp:txBody>
      <dsp:txXfrm>
        <a:off x="0" y="2013140"/>
        <a:ext cx="6449246" cy="1515240"/>
      </dsp:txXfrm>
    </dsp:sp>
    <dsp:sp modelId="{BE304778-434B-4CF0-A57A-48075ADFF2EE}">
      <dsp:nvSpPr>
        <dsp:cNvPr id="0" name=""/>
        <dsp:cNvSpPr/>
      </dsp:nvSpPr>
      <dsp:spPr>
        <a:xfrm>
          <a:off x="0" y="3528380"/>
          <a:ext cx="6449246" cy="953403"/>
        </a:xfrm>
        <a:prstGeom prst="roundRect">
          <a:avLst/>
        </a:prstGeom>
        <a:solidFill>
          <a:schemeClr val="accent2">
            <a:hueOff val="-1525299"/>
            <a:satOff val="-418"/>
            <a:lumOff val="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Example Leaderboard:</a:t>
          </a:r>
          <a:endParaRPr lang="en-US" sz="2400" kern="1200"/>
        </a:p>
      </dsp:txBody>
      <dsp:txXfrm>
        <a:off x="46541" y="3574921"/>
        <a:ext cx="6356164" cy="860321"/>
      </dsp:txXfrm>
    </dsp:sp>
    <dsp:sp modelId="{39EA71B7-B34A-42BA-896A-C91F18CF5CD5}">
      <dsp:nvSpPr>
        <dsp:cNvPr id="0" name=""/>
        <dsp:cNvSpPr/>
      </dsp:nvSpPr>
      <dsp:spPr>
        <a:xfrm>
          <a:off x="0" y="4481784"/>
          <a:ext cx="6449246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7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Hans: 95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Ethan: 90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Adam: 85</a:t>
          </a:r>
          <a:endParaRPr lang="en-US" sz="1900" kern="1200"/>
        </a:p>
      </dsp:txBody>
      <dsp:txXfrm>
        <a:off x="0" y="4481784"/>
        <a:ext cx="6449246" cy="968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D4765-E515-40ED-892D-424C0727CA31}">
      <dsp:nvSpPr>
        <dsp:cNvPr id="0" name=""/>
        <dsp:cNvSpPr/>
      </dsp:nvSpPr>
      <dsp:spPr>
        <a:xfrm>
          <a:off x="0" y="0"/>
          <a:ext cx="8565832" cy="10644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Conclusions:</a:t>
          </a:r>
          <a:endParaRPr lang="en-US" sz="2000" kern="1200"/>
        </a:p>
      </dsp:txBody>
      <dsp:txXfrm>
        <a:off x="31176" y="31176"/>
        <a:ext cx="7417241" cy="1002066"/>
      </dsp:txXfrm>
    </dsp:sp>
    <dsp:sp modelId="{C25F93C4-DA31-4132-A0E1-51B375196690}">
      <dsp:nvSpPr>
        <dsp:cNvPr id="0" name=""/>
        <dsp:cNvSpPr/>
      </dsp:nvSpPr>
      <dsp:spPr>
        <a:xfrm>
          <a:off x="755808" y="1241821"/>
          <a:ext cx="8565832" cy="10644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BST is an efficient and effective choice for dynamic score management systems.</a:t>
          </a:r>
          <a:endParaRPr lang="en-US" sz="2000" kern="1200"/>
        </a:p>
      </dsp:txBody>
      <dsp:txXfrm>
        <a:off x="786984" y="1272997"/>
        <a:ext cx="7055799" cy="1002066"/>
      </dsp:txXfrm>
    </dsp:sp>
    <dsp:sp modelId="{A3C8468F-C7EC-4BA8-9949-2C612820C33B}">
      <dsp:nvSpPr>
        <dsp:cNvPr id="0" name=""/>
        <dsp:cNvSpPr/>
      </dsp:nvSpPr>
      <dsp:spPr>
        <a:xfrm>
          <a:off x="1511617" y="2483643"/>
          <a:ext cx="8565832" cy="10644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The system can be extended to include additional features, such as file persistence and graphical interfaces.</a:t>
          </a:r>
          <a:endParaRPr lang="en-US" sz="2000" kern="1200"/>
        </a:p>
      </dsp:txBody>
      <dsp:txXfrm>
        <a:off x="1542793" y="2514819"/>
        <a:ext cx="7055799" cy="1002066"/>
      </dsp:txXfrm>
    </dsp:sp>
    <dsp:sp modelId="{2BC079E9-D1E8-43DF-BFE8-2EC62EE47ABF}">
      <dsp:nvSpPr>
        <dsp:cNvPr id="0" name=""/>
        <dsp:cNvSpPr/>
      </dsp:nvSpPr>
      <dsp:spPr>
        <a:xfrm>
          <a:off x="7873960" y="807184"/>
          <a:ext cx="691872" cy="69187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029631" y="807184"/>
        <a:ext cx="380530" cy="520634"/>
      </dsp:txXfrm>
    </dsp:sp>
    <dsp:sp modelId="{7E07593C-413F-4A06-9603-72F05218F9DB}">
      <dsp:nvSpPr>
        <dsp:cNvPr id="0" name=""/>
        <dsp:cNvSpPr/>
      </dsp:nvSpPr>
      <dsp:spPr>
        <a:xfrm>
          <a:off x="8629769" y="2041909"/>
          <a:ext cx="691872" cy="69187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785440" y="2041909"/>
        <a:ext cx="380530" cy="5206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0685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916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257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5031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12/15/2024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3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245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12/15/2024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0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537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635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458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397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4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D18E75-95BF-B6D3-762A-0A254922EA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613" r="-1" b="3410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6AC2C-9028-E575-C980-655076F06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238" y="1145080"/>
            <a:ext cx="9090476" cy="2179601"/>
          </a:xfrm>
        </p:spPr>
        <p:txBody>
          <a:bodyPr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Player Score Management System Using Binary Search Tree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4FD1D-20C5-A671-D2A1-5ABA2433B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9029" y="3774105"/>
            <a:ext cx="6190895" cy="1633040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</a:rPr>
              <a:t>Efficiently Manage, Update, and Retrieve Player Data</a:t>
            </a:r>
          </a:p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</a:rPr>
              <a:t>Presenter Name: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</a:rPr>
              <a:t>Rao Umair Ahmed </a:t>
            </a:r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</a:rPr>
              <a:t>Muhammad Usman </a:t>
            </a:r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</a:rPr>
              <a:t>Susheel Kumar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491506" y="-615180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516668"/>
            <a:ext cx="4187283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969850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99002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481A6-26CC-5F66-32E4-E5D60B370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638176"/>
            <a:ext cx="4266544" cy="2861770"/>
          </a:xfrm>
        </p:spPr>
        <p:txBody>
          <a:bodyPr anchor="b">
            <a:normAutofit/>
          </a:bodyPr>
          <a:lstStyle/>
          <a:p>
            <a:r>
              <a:rPr lang="en-US" b="1" dirty="0"/>
              <a:t>Problem Statement and Significance</a:t>
            </a:r>
            <a:endParaRPr lang="en-US" dirty="0"/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91868ACA-CC8C-4FA4-8E32-6DB1C7DA9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69585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1" name="Graphic 78">
              <a:extLst>
                <a:ext uri="{FF2B5EF4-FFF2-40B4-BE49-F238E27FC236}">
                  <a16:creationId xmlns:a16="http://schemas.microsoft.com/office/drawing/2014/main" id="{7C343158-D3CD-4482-AAA0-375D2E666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aphic 78">
              <a:extLst>
                <a:ext uri="{FF2B5EF4-FFF2-40B4-BE49-F238E27FC236}">
                  <a16:creationId xmlns:a16="http://schemas.microsoft.com/office/drawing/2014/main" id="{12BFE3E3-92EC-47DC-8E6A-6E77132C2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1F0F2188-9504-4EAD-A8A2-B1779FB86B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Graphic 78">
                <a:extLst>
                  <a:ext uri="{FF2B5EF4-FFF2-40B4-BE49-F238E27FC236}">
                    <a16:creationId xmlns:a16="http://schemas.microsoft.com/office/drawing/2014/main" id="{14602C7D-08A5-44A5-B005-E79603849E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Graphic 78">
                <a:extLst>
                  <a:ext uri="{FF2B5EF4-FFF2-40B4-BE49-F238E27FC236}">
                    <a16:creationId xmlns:a16="http://schemas.microsoft.com/office/drawing/2014/main" id="{099F2E62-E605-487B-AC3C-11052444D8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Graphic 78">
                <a:extLst>
                  <a:ext uri="{FF2B5EF4-FFF2-40B4-BE49-F238E27FC236}">
                    <a16:creationId xmlns:a16="http://schemas.microsoft.com/office/drawing/2014/main" id="{02A21D38-C00D-4E35-8B0F-3E63C4B37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BD3177-3E1A-12B1-F494-92EBD34428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620032"/>
              </p:ext>
            </p:extLst>
          </p:nvPr>
        </p:nvGraphicFramePr>
        <p:xfrm>
          <a:off x="5402620" y="497732"/>
          <a:ext cx="6151831" cy="5707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547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1BC4F-A11B-2919-924B-B6FA52598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en-US" b="1" dirty="0"/>
              <a:t>Approach and Chosen Data Structures</a:t>
            </a:r>
            <a:endParaRPr lang="en-US" dirty="0"/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6C9D94-5ADA-7890-5A14-C86879357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9292979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590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D288A-8502-CAB2-22F9-E7A713921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</p:spPr>
        <p:txBody>
          <a:bodyPr>
            <a:normAutofit/>
          </a:bodyPr>
          <a:lstStyle/>
          <a:p>
            <a:r>
              <a:rPr lang="en-US" b="1" dirty="0"/>
              <a:t>Key Functionalities Demonstrated</a:t>
            </a:r>
            <a:endParaRPr lang="en-US" dirty="0"/>
          </a:p>
        </p:txBody>
      </p:sp>
      <p:grpSp>
        <p:nvGrpSpPr>
          <p:cNvPr id="40" name="Graphic 78">
            <a:extLst>
              <a:ext uri="{FF2B5EF4-FFF2-40B4-BE49-F238E27FC236}">
                <a16:creationId xmlns:a16="http://schemas.microsoft.com/office/drawing/2014/main" id="{C13D619A-1417-41F6-AB84-3DA81D94B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4571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41" name="Graphic 78">
              <a:extLst>
                <a:ext uri="{FF2B5EF4-FFF2-40B4-BE49-F238E27FC236}">
                  <a16:creationId xmlns:a16="http://schemas.microsoft.com/office/drawing/2014/main" id="{ABA075C2-6990-484C-907A-08DB4DF5A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aphic 78">
              <a:extLst>
                <a:ext uri="{FF2B5EF4-FFF2-40B4-BE49-F238E27FC236}">
                  <a16:creationId xmlns:a16="http://schemas.microsoft.com/office/drawing/2014/main" id="{EC9D29F2-21D6-461F-8BD7-533101D86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id="{F1CB2E23-919F-4FDA-9880-7AEF61BF3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Graphic 78">
                <a:extLst>
                  <a:ext uri="{FF2B5EF4-FFF2-40B4-BE49-F238E27FC236}">
                    <a16:creationId xmlns:a16="http://schemas.microsoft.com/office/drawing/2014/main" id="{2BBC6B41-7E8B-40C0-8289-6918BCA68F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Graphic 78">
                <a:extLst>
                  <a:ext uri="{FF2B5EF4-FFF2-40B4-BE49-F238E27FC236}">
                    <a16:creationId xmlns:a16="http://schemas.microsoft.com/office/drawing/2014/main" id="{67E04027-1EC8-4CBE-A4D2-F09F6AF0E0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Graphic 78">
                <a:extLst>
                  <a:ext uri="{FF2B5EF4-FFF2-40B4-BE49-F238E27FC236}">
                    <a16:creationId xmlns:a16="http://schemas.microsoft.com/office/drawing/2014/main" id="{5EC8762A-B2EC-4710-9F10-B93BE2075E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5B4F0F5-BE58-4EC0-B650-A71A0743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700C1F5-B637-45FE-96CC-270D263A5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3DA22C9-3830-4323-9087-6D7C1E6AA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5AC4DA9-FD16-4055-8D2D-95D615C03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BA7D58E-9AB5-4B54-A635-2E86BEC7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4" name="Graphic 12">
              <a:extLst>
                <a:ext uri="{FF2B5EF4-FFF2-40B4-BE49-F238E27FC236}">
                  <a16:creationId xmlns:a16="http://schemas.microsoft.com/office/drawing/2014/main" id="{B7D72779-BBD2-4D64-B6B1-E052E227E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Graphic 15">
              <a:extLst>
                <a:ext uri="{FF2B5EF4-FFF2-40B4-BE49-F238E27FC236}">
                  <a16:creationId xmlns:a16="http://schemas.microsoft.com/office/drawing/2014/main" id="{569BD34C-BFEF-4FB1-A094-2D9E687CD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Graphic 15">
              <a:extLst>
                <a:ext uri="{FF2B5EF4-FFF2-40B4-BE49-F238E27FC236}">
                  <a16:creationId xmlns:a16="http://schemas.microsoft.com/office/drawing/2014/main" id="{DC258A66-ED52-4FA3-96CE-7932E91F5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EC6A48C-21EF-4485-9836-044550003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298C18D9-4A68-6779-A990-A0A840D4F1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375774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830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29E77-5FFC-0E46-6554-62E0B483A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29" y="1528527"/>
            <a:ext cx="4421731" cy="4542073"/>
          </a:xfrm>
        </p:spPr>
        <p:txBody>
          <a:bodyPr anchor="t">
            <a:normAutofit/>
          </a:bodyPr>
          <a:lstStyle/>
          <a:p>
            <a:r>
              <a:rPr lang="en-US" b="1" dirty="0"/>
              <a:t>Results and Conclusions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D2C98F-B668-4CD9-862F-6BF4AE5D2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3976378" cy="127377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6D1EC2D-9B5D-5B57-6688-2512F389E0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273433"/>
              </p:ext>
            </p:extLst>
          </p:nvPr>
        </p:nvGraphicFramePr>
        <p:xfrm>
          <a:off x="5068561" y="582842"/>
          <a:ext cx="6449246" cy="5487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9418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00FD9-A4DF-A850-879A-7E910B9D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grpSp>
        <p:nvGrpSpPr>
          <p:cNvPr id="12" name="Graphic 78">
            <a:extLst>
              <a:ext uri="{FF2B5EF4-FFF2-40B4-BE49-F238E27FC236}">
                <a16:creationId xmlns:a16="http://schemas.microsoft.com/office/drawing/2014/main" id="{6F3B5563-53C7-4E0A-A4B8-8E5645334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4571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3" name="Graphic 78">
              <a:extLst>
                <a:ext uri="{FF2B5EF4-FFF2-40B4-BE49-F238E27FC236}">
                  <a16:creationId xmlns:a16="http://schemas.microsoft.com/office/drawing/2014/main" id="{5AEE0831-46B4-4175-A401-3A45C1021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aphic 78">
              <a:extLst>
                <a:ext uri="{FF2B5EF4-FFF2-40B4-BE49-F238E27FC236}">
                  <a16:creationId xmlns:a16="http://schemas.microsoft.com/office/drawing/2014/main" id="{50567FC2-2663-468F-9E89-F892CE10A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A883C52D-FF48-4648-A100-1071F9D2A9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Graphic 78">
                <a:extLst>
                  <a:ext uri="{FF2B5EF4-FFF2-40B4-BE49-F238E27FC236}">
                    <a16:creationId xmlns:a16="http://schemas.microsoft.com/office/drawing/2014/main" id="{2108A8EE-E2B6-43BD-9450-5B9BA40D36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53E919D7-A706-457C-9587-462A51DBC5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Graphic 78">
                <a:extLst>
                  <a:ext uri="{FF2B5EF4-FFF2-40B4-BE49-F238E27FC236}">
                    <a16:creationId xmlns:a16="http://schemas.microsoft.com/office/drawing/2014/main" id="{6EF58933-D82C-4F29-8757-AD3DD1AB9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8A54C55-19DD-43C7-DBBD-63B040D394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8893913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6209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3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8D2A42-162C-BA8E-B935-9EA558328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1122363"/>
            <a:ext cx="4841669" cy="19783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Thank You</a:t>
            </a:r>
            <a:endParaRPr lang="en-US" sz="400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5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8689A5E9-4A8C-CCE9-C883-48DD74E10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4872" y="555615"/>
            <a:ext cx="5677184" cy="5677184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8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5436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ocaVTI">
  <a:themeElements>
    <a:clrScheme name="AnalogousFromDarkSeedLeftStep">
      <a:dk1>
        <a:srgbClr val="000000"/>
      </a:dk1>
      <a:lt1>
        <a:srgbClr val="FFFFFF"/>
      </a:lt1>
      <a:dk2>
        <a:srgbClr val="30201B"/>
      </a:dk2>
      <a:lt2>
        <a:srgbClr val="F0F0F3"/>
      </a:lt2>
      <a:accent1>
        <a:srgbClr val="9EA741"/>
      </a:accent1>
      <a:accent2>
        <a:srgbClr val="B18A3B"/>
      </a:accent2>
      <a:accent3>
        <a:srgbClr val="C36A4D"/>
      </a:accent3>
      <a:accent4>
        <a:srgbClr val="B13B4E"/>
      </a:accent4>
      <a:accent5>
        <a:srgbClr val="C34D92"/>
      </a:accent5>
      <a:accent6>
        <a:srgbClr val="B13BB1"/>
      </a:accent6>
      <a:hlink>
        <a:srgbClr val="C04276"/>
      </a:hlink>
      <a:folHlink>
        <a:srgbClr val="7F7F7F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324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Avenir Next LT Pro Light</vt:lpstr>
      <vt:lpstr>Georgia Pro Semibold</vt:lpstr>
      <vt:lpstr>RocaVTI</vt:lpstr>
      <vt:lpstr>Player Score Management System Using Binary Search Tree</vt:lpstr>
      <vt:lpstr>Problem Statement and Significance</vt:lpstr>
      <vt:lpstr>Approach and Chosen Data Structures</vt:lpstr>
      <vt:lpstr>Key Functionalities Demonstrated</vt:lpstr>
      <vt:lpstr>Results and Conclusions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ges2374</dc:creator>
  <cp:lastModifiedBy>ges2374</cp:lastModifiedBy>
  <cp:revision>3</cp:revision>
  <dcterms:created xsi:type="dcterms:W3CDTF">2024-12-14T13:20:46Z</dcterms:created>
  <dcterms:modified xsi:type="dcterms:W3CDTF">2024-12-15T14:36:25Z</dcterms:modified>
</cp:coreProperties>
</file>